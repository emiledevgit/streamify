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306" r:id="rId5"/>
    <p:sldId id="307" r:id="rId6"/>
    <p:sldId id="308" r:id="rId7"/>
    <p:sldId id="309" r:id="rId8"/>
    <p:sldId id="294" r:id="rId9"/>
    <p:sldId id="295" r:id="rId10"/>
    <p:sldId id="313" r:id="rId11"/>
    <p:sldId id="303" r:id="rId12"/>
    <p:sldId id="314" r:id="rId13"/>
    <p:sldId id="315" r:id="rId14"/>
    <p:sldId id="312" r:id="rId15"/>
  </p:sldIdLst>
  <p:sldSz cx="12192000" cy="6858000"/>
  <p:notesSz cx="6858000" cy="9144000"/>
  <p:defaultTextStyle>
    <a:defPPr rtl="0">
      <a:defRPr lang="fr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967" autoAdjust="0"/>
  </p:normalViewPr>
  <p:slideViewPr>
    <p:cSldViewPr snapToGrid="0">
      <p:cViewPr>
        <p:scale>
          <a:sx n="44" d="100"/>
          <a:sy n="44" d="100"/>
        </p:scale>
        <p:origin x="532" y="2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outline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outline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outline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18/5/colors/Iconchunking_coloredoutline_colorful1" csCatId="colorful" phldr="1"/>
      <dgm:spPr/>
      <dgm:t>
        <a:bodyPr rtlCol="0"/>
        <a:lstStyle/>
        <a:p>
          <a:pPr rtl="0"/>
          <a:endParaRPr lang="en-US"/>
        </a:p>
      </dgm:t>
    </dgm:pt>
    <dgm:pt modelId="{AACEAFD5-63CF-4AFC-B46F-BE086C5D447C}">
      <dgm:prSet phldrT="[Text]"/>
      <dgm:spPr>
        <a:solidFill>
          <a:schemeClr val="accent2"/>
        </a:solidFill>
        <a:ln>
          <a:solidFill>
            <a:schemeClr val="accent2"/>
          </a:solidFill>
        </a:ln>
      </dgm:spPr>
      <dgm:t>
        <a:bodyPr rtlCol="0"/>
        <a:lstStyle/>
        <a:p>
          <a:pPr rtl="0"/>
          <a:r>
            <a:rPr lang="fr-CA" noProof="0" dirty="0"/>
            <a:t>Analyse</a:t>
          </a:r>
        </a:p>
      </dgm:t>
    </dgm:pt>
    <dgm:pt modelId="{7A0BD8EC-BB4A-4912-A54E-6F39B681264E}" type="par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7A8D4B4D-06E9-4958-810D-A6226B6AC588}" type="sib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349299C9-846E-4827-813A-349CCCE20782}">
      <dgm:prSet phldrT="[Text]"/>
      <dgm:spPr/>
      <dgm:t>
        <a:bodyPr rtlCol="0"/>
        <a:lstStyle/>
        <a:p>
          <a:pPr rtl="0"/>
          <a:r>
            <a:rPr lang="fr-CA" b="0" i="0" u="none" noProof="0" dirty="0"/>
            <a:t>Analyse des besoins et préparation des maquettes prototypes. </a:t>
          </a:r>
          <a:endParaRPr lang="fr-CA" noProof="0" dirty="0"/>
        </a:p>
      </dgm:t>
    </dgm:pt>
    <dgm:pt modelId="{AEA27547-B9ED-4994-BD27-04EC297EF367}" type="par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9D819F52-ACA0-4B08-8256-DF6BD8FA3A0B}" type="sib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D07AD3FD-84FF-467E-9693-752776549C61}">
      <dgm:prSet phldrT="[Text]"/>
      <dgm:spPr>
        <a:solidFill>
          <a:schemeClr val="accent1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fr-CA" noProof="0" dirty="0"/>
            <a:t>HTML / CSS</a:t>
          </a:r>
        </a:p>
      </dgm:t>
    </dgm:pt>
    <dgm:pt modelId="{7B691773-F524-4FAD-A272-BDF0B0C4370A}" type="par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A8C9B7A9-BC2A-4753-B7F0-F2E361D95520}" type="sib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5D70EFF5-8B31-4A1F-AE44-51E4CF0013EB}">
      <dgm:prSet phldrT="[Text]"/>
      <dgm:spPr/>
      <dgm:t>
        <a:bodyPr rtlCol="0"/>
        <a:lstStyle/>
        <a:p>
          <a:pPr rtl="0"/>
          <a:r>
            <a:rPr lang="fr-CA" b="0" i="0" u="none" noProof="0" dirty="0"/>
            <a:t>Implémentation des maquettes en HTML et CSS.</a:t>
          </a:r>
          <a:endParaRPr lang="fr-CA" noProof="0" dirty="0"/>
        </a:p>
      </dgm:t>
    </dgm:pt>
    <dgm:pt modelId="{96C720A0-FEEF-48D1-8DF6-ABA03C304822}" type="par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B6A59CDE-18AD-4553-B6C5-FF001A8E8510}" type="sib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D71FC021-6A65-44D1-95B9-0E6C89079866}">
      <dgm:prSet phldrT="[Text]"/>
      <dgm:spPr>
        <a:solidFill>
          <a:schemeClr val="accent5"/>
        </a:solidFill>
        <a:ln>
          <a:solidFill>
            <a:schemeClr val="accent5"/>
          </a:solidFill>
        </a:ln>
      </dgm:spPr>
      <dgm:t>
        <a:bodyPr rtlCol="0"/>
        <a:lstStyle/>
        <a:p>
          <a:pPr rtl="0"/>
          <a:r>
            <a:rPr lang="fr-CA" noProof="0" dirty="0"/>
            <a:t>MVC</a:t>
          </a:r>
        </a:p>
      </dgm:t>
    </dgm:pt>
    <dgm:pt modelId="{862AAE39-3AAD-40E3-BA20-90187BD73242}" type="par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9B090D9D-470E-46E2-AABB-0368A52481AA}" type="sib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4A6BB192-9983-4F48-BBC5-6E384EED7EC5}">
      <dgm:prSet phldrT="[Text]"/>
      <dgm:spPr/>
      <dgm:t>
        <a:bodyPr rtlCol="0"/>
        <a:lstStyle/>
        <a:p>
          <a:pPr rtl="0"/>
          <a:r>
            <a:rPr lang="fr-CA" b="0" i="0" u="none" noProof="0" dirty="0"/>
            <a:t>Restructuration du projet selon le modèle MVC.</a:t>
          </a:r>
          <a:endParaRPr lang="fr-CA" noProof="0" dirty="0"/>
        </a:p>
      </dgm:t>
    </dgm:pt>
    <dgm:pt modelId="{230A6E4A-6CED-4DC0-AEFE-6859FE07B658}" type="par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0B568EC2-5D2A-4B00-8047-B7832F245B44}" type="sib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5EDA317F-AB2E-47DE-BA46-16FA60C3C561}">
      <dgm:prSet phldrT="[Text]"/>
      <dgm:spPr>
        <a:solidFill>
          <a:schemeClr val="accent3"/>
        </a:solidFill>
        <a:ln>
          <a:solidFill>
            <a:schemeClr val="accent3"/>
          </a:solidFill>
        </a:ln>
      </dgm:spPr>
      <dgm:t>
        <a:bodyPr rtlCol="0"/>
        <a:lstStyle/>
        <a:p>
          <a:pPr rtl="0"/>
          <a:r>
            <a:rPr lang="fr-CA" noProof="0" dirty="0"/>
            <a:t>PHP</a:t>
          </a:r>
        </a:p>
      </dgm:t>
    </dgm:pt>
    <dgm:pt modelId="{775EBB35-E8CF-4A14-B0A8-45A53D65E711}" type="par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A75B061E-69EA-487C-8330-1430DA0F139D}" type="sib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F757DBC8-3670-4122-937A-47DB91C0F3FE}">
      <dgm:prSet phldrT="[Text]"/>
      <dgm:spPr/>
      <dgm:t>
        <a:bodyPr rtlCol="0"/>
        <a:lstStyle/>
        <a:p>
          <a:pPr rtl="0"/>
          <a:r>
            <a:rPr lang="fr-CA" noProof="0" dirty="0"/>
            <a:t>Création des DAO, Classes d’objets et Contrôleurs.</a:t>
          </a:r>
        </a:p>
      </dgm:t>
    </dgm:pt>
    <dgm:pt modelId="{8F483F27-8D97-48E5-9210-1B448F1CE277}" type="par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A46A41DD-2CA4-4800-8F85-546ABB24ED07}" type="sib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7B2FF309-5120-45E2-ACC8-F8FAA9DBDA55}">
      <dgm:prSet phldrT="[Text]"/>
      <dgm:spPr>
        <a:solidFill>
          <a:schemeClr val="accent4"/>
        </a:solidFill>
        <a:ln>
          <a:solidFill>
            <a:schemeClr val="accent4"/>
          </a:solidFill>
        </a:ln>
      </dgm:spPr>
      <dgm:t>
        <a:bodyPr rtlCol="0"/>
        <a:lstStyle/>
        <a:p>
          <a:pPr rtl="0"/>
          <a:r>
            <a:rPr lang="fr-CA" noProof="0" dirty="0"/>
            <a:t>JavaScript</a:t>
          </a:r>
        </a:p>
      </dgm:t>
    </dgm:pt>
    <dgm:pt modelId="{2CF5AF8A-5687-489A-9838-EDDBB760D421}" type="par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D5CAA101-B828-45D7-965B-F77CD6FBA109}" type="sib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EE155DB2-6788-4019-961C-F8B89C275CE8}">
      <dgm:prSet phldrT="[Text]"/>
      <dgm:spPr/>
      <dgm:t>
        <a:bodyPr rtlCol="0"/>
        <a:lstStyle/>
        <a:p>
          <a:pPr rtl="0"/>
          <a:r>
            <a:rPr lang="fr-CA" noProof="0" dirty="0"/>
            <a:t>Implémentation de JavaScript afin d’améliorer le dynamisme de l’application.</a:t>
          </a:r>
        </a:p>
      </dgm:t>
    </dgm:pt>
    <dgm:pt modelId="{8395B9D5-FF39-4045-8569-9C13F11FB1E5}" type="par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F94C628D-62C1-4AF5-B102-2A2AA7FD22DE}" type="sib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>
        <a:ln>
          <a:solidFill>
            <a:schemeClr val="accent2"/>
          </a:solidFill>
        </a:ln>
      </dgm:spPr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>
        <a:ln>
          <a:solidFill>
            <a:schemeClr val="accent1"/>
          </a:solidFill>
        </a:ln>
      </dgm:spPr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>
        <a:ln>
          <a:solidFill>
            <a:schemeClr val="accent5"/>
          </a:solidFill>
        </a:ln>
      </dgm:spPr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0B65942F-B336-42B6-A72B-DA6B6B07B79B}" type="pres">
      <dgm:prSet presAssocID="{9B090D9D-470E-46E2-AABB-0368A52481AA}" presName="space" presStyleCnt="0"/>
      <dgm:spPr/>
    </dgm:pt>
    <dgm:pt modelId="{1D5539F6-8B97-4801-8139-D49EE44FFF3E}" type="pres">
      <dgm:prSet presAssocID="{5EDA317F-AB2E-47DE-BA46-16FA60C3C561}" presName="composite" presStyleCnt="0"/>
      <dgm:spPr/>
    </dgm:pt>
    <dgm:pt modelId="{2377F551-4CF6-4656-B644-60A7FC1B0F64}" type="pres">
      <dgm:prSet presAssocID="{5EDA317F-AB2E-47DE-BA46-16FA60C3C561}" presName="L" presStyleLbl="solidFgAcc1" presStyleIdx="3" presStyleCnt="5">
        <dgm:presLayoutVars>
          <dgm:chMax val="0"/>
          <dgm:chPref val="0"/>
        </dgm:presLayoutVars>
      </dgm:prSet>
      <dgm:spPr>
        <a:ln>
          <a:solidFill>
            <a:schemeClr val="accent3"/>
          </a:solidFill>
        </a:ln>
      </dgm:spPr>
    </dgm:pt>
    <dgm:pt modelId="{69ED255C-64AC-4764-BC2C-7679ECCC9FE9}" type="pres">
      <dgm:prSet presAssocID="{5EDA317F-AB2E-47DE-BA46-16FA60C3C56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F1B09A6-DA7E-41D1-B8A6-E3B6E775E5C1}" type="pres">
      <dgm:prSet presAssocID="{5EDA317F-AB2E-47DE-BA46-16FA60C3C561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89DACDC6-8676-47A4-A430-164754F46172}" type="pres">
      <dgm:prSet presAssocID="{5EDA317F-AB2E-47DE-BA46-16FA60C3C561}" presName="EmptyPlaceHolder" presStyleCnt="0"/>
      <dgm:spPr/>
    </dgm:pt>
    <dgm:pt modelId="{38A6C30B-D5BF-4A1A-A273-D265DC00F2EC}" type="pres">
      <dgm:prSet presAssocID="{A75B061E-69EA-487C-8330-1430DA0F139D}" presName="space" presStyleCnt="0"/>
      <dgm:spPr/>
    </dgm:pt>
    <dgm:pt modelId="{761684DA-3DB5-4618-9A30-6E2731CDFCA3}" type="pres">
      <dgm:prSet presAssocID="{7B2FF309-5120-45E2-ACC8-F8FAA9DBDA55}" presName="composite" presStyleCnt="0"/>
      <dgm:spPr/>
    </dgm:pt>
    <dgm:pt modelId="{E2C584B7-5B6E-4F6E-A7B8-E679FEF7BC4D}" type="pres">
      <dgm:prSet presAssocID="{7B2FF309-5120-45E2-ACC8-F8FAA9DBDA55}" presName="L" presStyleLbl="solidFgAcc1" presStyleIdx="4" presStyleCnt="5">
        <dgm:presLayoutVars>
          <dgm:chMax val="0"/>
          <dgm:chPref val="0"/>
        </dgm:presLayoutVars>
      </dgm:prSet>
      <dgm:spPr>
        <a:ln>
          <a:solidFill>
            <a:schemeClr val="accent4"/>
          </a:solidFill>
        </a:ln>
      </dgm:spPr>
    </dgm:pt>
    <dgm:pt modelId="{B89F8758-DA9D-4018-859A-710084D7ABF3}" type="pres">
      <dgm:prSet presAssocID="{7B2FF309-5120-45E2-ACC8-F8FAA9DBDA5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B73D2BBA-574C-491E-A31C-8B6EA5CC871A}" type="pres">
      <dgm:prSet presAssocID="{7B2FF309-5120-45E2-ACC8-F8FAA9DBDA55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C9D8E0A-674F-4E74-BF10-5C0EF64E638E}" type="pres">
      <dgm:prSet presAssocID="{7B2FF309-5120-45E2-ACC8-F8FAA9DBDA55}" presName="EmptyPlaceHolder" presStyleCnt="0"/>
      <dgm:spPr/>
    </dgm:pt>
  </dgm:ptLst>
  <dgm:cxnLst>
    <dgm:cxn modelId="{A903DE1B-AC8A-4C77-850B-32A9F4D87BCB}" type="presOf" srcId="{5EDA317F-AB2E-47DE-BA46-16FA60C3C561}" destId="{69ED255C-64AC-4764-BC2C-7679ECCC9FE9}" srcOrd="0" destOrd="0" presId="urn:microsoft.com/office/officeart/2016/7/layout/AccentHomeChevronProcess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7B8F902E-4BA3-41AA-9991-54805A6B93DE}" srcId="{55C0B14E-AEA6-48D3-A387-ED4A3A3BF840}" destId="{5EDA317F-AB2E-47DE-BA46-16FA60C3C561}" srcOrd="3" destOrd="0" parTransId="{775EBB35-E8CF-4A14-B0A8-45A53D65E711}" sibTransId="{A75B061E-69EA-487C-8330-1430DA0F139D}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F5A7A062-FA53-4976-B49E-235CE658F38A}" type="presOf" srcId="{EE155DB2-6788-4019-961C-F8B89C275CE8}" destId="{B73D2BBA-574C-491E-A31C-8B6EA5CC871A}" srcOrd="0" destOrd="0" presId="urn:microsoft.com/office/officeart/2016/7/layout/AccentHomeChevronProcess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8A3D4B73-3658-4A4C-9DFE-F59E22A79482}" srcId="{5EDA317F-AB2E-47DE-BA46-16FA60C3C561}" destId="{F757DBC8-3670-4122-937A-47DB91C0F3FE}" srcOrd="0" destOrd="0" parTransId="{8F483F27-8D97-48E5-9210-1B448F1CE277}" sibTransId="{A46A41DD-2CA4-4800-8F85-546ABB24ED07}"/>
    <dgm:cxn modelId="{00A52954-B4C4-4ECD-B0D0-AE5EF5CDC4E1}" type="presOf" srcId="{7B2FF309-5120-45E2-ACC8-F8FAA9DBDA55}" destId="{B89F8758-DA9D-4018-859A-710084D7ABF3}" srcOrd="0" destOrd="0" presId="urn:microsoft.com/office/officeart/2016/7/layout/AccentHomeChevronProcess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D8B51958-63B3-49F6-A150-9B1A638B15CE}" type="presOf" srcId="{F757DBC8-3670-4122-937A-47DB91C0F3FE}" destId="{1F1B09A6-DA7E-41D1-B8A6-E3B6E775E5C1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E3D274C7-DB39-45B8-B18F-742495FE5026}" srcId="{7B2FF309-5120-45E2-ACC8-F8FAA9DBDA55}" destId="{EE155DB2-6788-4019-961C-F8B89C275CE8}" srcOrd="0" destOrd="0" parTransId="{8395B9D5-FF39-4045-8569-9C13F11FB1E5}" sibTransId="{F94C628D-62C1-4AF5-B102-2A2AA7FD22DE}"/>
    <dgm:cxn modelId="{D35DB9DA-961B-46CD-BB14-44CD766D8CB7}" srcId="{55C0B14E-AEA6-48D3-A387-ED4A3A3BF840}" destId="{7B2FF309-5120-45E2-ACC8-F8FAA9DBDA55}" srcOrd="4" destOrd="0" parTransId="{2CF5AF8A-5687-489A-9838-EDDBB760D421}" sibTransId="{D5CAA101-B828-45D7-965B-F77CD6FBA109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505D5263-214F-48F5-9678-AA87C7C04F54}" type="presParOf" srcId="{594BF422-752C-42F3-A230-3D0E6AE9A886}" destId="{0B65942F-B336-42B6-A72B-DA6B6B07B79B}" srcOrd="5" destOrd="0" presId="urn:microsoft.com/office/officeart/2016/7/layout/AccentHomeChevronProcess"/>
    <dgm:cxn modelId="{F0861DFD-F2E8-400C-9B5C-4AA4849B2BE4}" type="presParOf" srcId="{594BF422-752C-42F3-A230-3D0E6AE9A886}" destId="{1D5539F6-8B97-4801-8139-D49EE44FFF3E}" srcOrd="6" destOrd="0" presId="urn:microsoft.com/office/officeart/2016/7/layout/AccentHomeChevronProcess"/>
    <dgm:cxn modelId="{D22CB840-CF4F-404F-97C0-0629311A5E51}" type="presParOf" srcId="{1D5539F6-8B97-4801-8139-D49EE44FFF3E}" destId="{2377F551-4CF6-4656-B644-60A7FC1B0F64}" srcOrd="0" destOrd="0" presId="urn:microsoft.com/office/officeart/2016/7/layout/AccentHomeChevronProcess"/>
    <dgm:cxn modelId="{6FFE5C0B-250C-4EEB-9BDD-E47B6B414225}" type="presParOf" srcId="{1D5539F6-8B97-4801-8139-D49EE44FFF3E}" destId="{69ED255C-64AC-4764-BC2C-7679ECCC9FE9}" srcOrd="1" destOrd="0" presId="urn:microsoft.com/office/officeart/2016/7/layout/AccentHomeChevronProcess"/>
    <dgm:cxn modelId="{EB2B0AEE-0679-4C51-B5D9-13C0989C2DC6}" type="presParOf" srcId="{1D5539F6-8B97-4801-8139-D49EE44FFF3E}" destId="{1F1B09A6-DA7E-41D1-B8A6-E3B6E775E5C1}" srcOrd="2" destOrd="0" presId="urn:microsoft.com/office/officeart/2016/7/layout/AccentHomeChevronProcess"/>
    <dgm:cxn modelId="{21A6189F-60BA-4472-B858-99323388D0B0}" type="presParOf" srcId="{1D5539F6-8B97-4801-8139-D49EE44FFF3E}" destId="{89DACDC6-8676-47A4-A430-164754F46172}" srcOrd="3" destOrd="0" presId="urn:microsoft.com/office/officeart/2016/7/layout/AccentHomeChevronProcess"/>
    <dgm:cxn modelId="{7D7FFE7B-0A37-4D36-9728-C99051BA3C40}" type="presParOf" srcId="{594BF422-752C-42F3-A230-3D0E6AE9A886}" destId="{38A6C30B-D5BF-4A1A-A273-D265DC00F2EC}" srcOrd="7" destOrd="0" presId="urn:microsoft.com/office/officeart/2016/7/layout/AccentHomeChevronProcess"/>
    <dgm:cxn modelId="{626D4800-17BB-462C-BE7D-935B963B6EC7}" type="presParOf" srcId="{594BF422-752C-42F3-A230-3D0E6AE9A886}" destId="{761684DA-3DB5-4618-9A30-6E2731CDFCA3}" srcOrd="8" destOrd="0" presId="urn:microsoft.com/office/officeart/2016/7/layout/AccentHomeChevronProcess"/>
    <dgm:cxn modelId="{2B2ED8B7-5577-4410-8D8A-61A1D71B9F15}" type="presParOf" srcId="{761684DA-3DB5-4618-9A30-6E2731CDFCA3}" destId="{E2C584B7-5B6E-4F6E-A7B8-E679FEF7BC4D}" srcOrd="0" destOrd="0" presId="urn:microsoft.com/office/officeart/2016/7/layout/AccentHomeChevronProcess"/>
    <dgm:cxn modelId="{CFB7BBCC-4189-422A-9163-265E17C16D21}" type="presParOf" srcId="{761684DA-3DB5-4618-9A30-6E2731CDFCA3}" destId="{B89F8758-DA9D-4018-859A-710084D7ABF3}" srcOrd="1" destOrd="0" presId="urn:microsoft.com/office/officeart/2016/7/layout/AccentHomeChevronProcess"/>
    <dgm:cxn modelId="{72C8C8DD-71B0-4E2B-BE4F-7AF4AF3DD218}" type="presParOf" srcId="{761684DA-3DB5-4618-9A30-6E2731CDFCA3}" destId="{B73D2BBA-574C-491E-A31C-8B6EA5CC871A}" srcOrd="2" destOrd="0" presId="urn:microsoft.com/office/officeart/2016/7/layout/AccentHomeChevronProcess"/>
    <dgm:cxn modelId="{34912DD7-C0FC-4C18-ABAB-DA8DF69C4254}" type="presParOf" srcId="{761684DA-3DB5-4618-9A30-6E2731CDFCA3}" destId="{DC9D8E0A-674F-4E74-BF10-5C0EF64E638E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18/5/colors/Iconchunking_coloredoutline_colorful1" csCatId="colorful" phldr="1"/>
      <dgm:spPr/>
      <dgm:t>
        <a:bodyPr rtlCol="0"/>
        <a:lstStyle/>
        <a:p>
          <a:pPr rtl="0"/>
          <a:endParaRPr lang="en-US"/>
        </a:p>
      </dgm:t>
    </dgm:pt>
    <dgm:pt modelId="{AACEAFD5-63CF-4AFC-B46F-BE086C5D447C}">
      <dgm:prSet phldrT="[Text]"/>
      <dgm:spPr>
        <a:solidFill>
          <a:schemeClr val="accent2"/>
        </a:solidFill>
        <a:ln>
          <a:solidFill>
            <a:schemeClr val="accent2"/>
          </a:solidFill>
        </a:ln>
      </dgm:spPr>
      <dgm:t>
        <a:bodyPr rtlCol="0"/>
        <a:lstStyle/>
        <a:p>
          <a:pPr rtl="0"/>
          <a:r>
            <a:rPr lang="fr-CA" noProof="0" dirty="0"/>
            <a:t>Analyse</a:t>
          </a:r>
        </a:p>
      </dgm:t>
    </dgm:pt>
    <dgm:pt modelId="{7A0BD8EC-BB4A-4912-A54E-6F39B681264E}" type="par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7A8D4B4D-06E9-4958-810D-A6226B6AC588}" type="sib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349299C9-846E-4827-813A-349CCCE20782}">
      <dgm:prSet phldrT="[Text]"/>
      <dgm:spPr/>
      <dgm:t>
        <a:bodyPr rtlCol="0"/>
        <a:lstStyle/>
        <a:p>
          <a:pPr rtl="0"/>
          <a:r>
            <a:rPr lang="fr-CA" b="0" i="0" u="none" noProof="0" dirty="0"/>
            <a:t>Analyse des besoins et préparation des maquettes prototypes. </a:t>
          </a:r>
          <a:endParaRPr lang="fr-CA" noProof="0" dirty="0"/>
        </a:p>
      </dgm:t>
    </dgm:pt>
    <dgm:pt modelId="{AEA27547-B9ED-4994-BD27-04EC297EF367}" type="par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9D819F52-ACA0-4B08-8256-DF6BD8FA3A0B}" type="sib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D07AD3FD-84FF-467E-9693-752776549C61}">
      <dgm:prSet phldrT="[Text]"/>
      <dgm:spPr>
        <a:solidFill>
          <a:schemeClr val="accent1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fr-CA" noProof="0" dirty="0"/>
            <a:t>HTML / CSS</a:t>
          </a:r>
        </a:p>
      </dgm:t>
    </dgm:pt>
    <dgm:pt modelId="{7B691773-F524-4FAD-A272-BDF0B0C4370A}" type="par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A8C9B7A9-BC2A-4753-B7F0-F2E361D95520}" type="sib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5D70EFF5-8B31-4A1F-AE44-51E4CF0013EB}">
      <dgm:prSet phldrT="[Text]"/>
      <dgm:spPr/>
      <dgm:t>
        <a:bodyPr rtlCol="0"/>
        <a:lstStyle/>
        <a:p>
          <a:pPr rtl="0"/>
          <a:r>
            <a:rPr lang="fr-CA" b="0" i="0" u="none" noProof="0" dirty="0"/>
            <a:t>Implémentation des maquettes en HTML et CSS.</a:t>
          </a:r>
          <a:endParaRPr lang="fr-CA" noProof="0" dirty="0"/>
        </a:p>
      </dgm:t>
    </dgm:pt>
    <dgm:pt modelId="{96C720A0-FEEF-48D1-8DF6-ABA03C304822}" type="par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B6A59CDE-18AD-4553-B6C5-FF001A8E8510}" type="sib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D71FC021-6A65-44D1-95B9-0E6C89079866}">
      <dgm:prSet phldrT="[Text]"/>
      <dgm:spPr>
        <a:solidFill>
          <a:schemeClr val="accent5"/>
        </a:solidFill>
        <a:ln>
          <a:solidFill>
            <a:schemeClr val="accent5"/>
          </a:solidFill>
        </a:ln>
      </dgm:spPr>
      <dgm:t>
        <a:bodyPr rtlCol="0"/>
        <a:lstStyle/>
        <a:p>
          <a:pPr rtl="0"/>
          <a:r>
            <a:rPr lang="fr-CA" noProof="0" dirty="0"/>
            <a:t>MVC</a:t>
          </a:r>
        </a:p>
      </dgm:t>
    </dgm:pt>
    <dgm:pt modelId="{862AAE39-3AAD-40E3-BA20-90187BD73242}" type="par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9B090D9D-470E-46E2-AABB-0368A52481AA}" type="sib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4A6BB192-9983-4F48-BBC5-6E384EED7EC5}">
      <dgm:prSet phldrT="[Text]"/>
      <dgm:spPr/>
      <dgm:t>
        <a:bodyPr rtlCol="0"/>
        <a:lstStyle/>
        <a:p>
          <a:pPr rtl="0"/>
          <a:r>
            <a:rPr lang="fr-CA" b="0" i="0" u="none" noProof="0" dirty="0"/>
            <a:t>Restructuration du projet selon le modèle MVC.</a:t>
          </a:r>
          <a:endParaRPr lang="fr-CA" noProof="0" dirty="0"/>
        </a:p>
      </dgm:t>
    </dgm:pt>
    <dgm:pt modelId="{230A6E4A-6CED-4DC0-AEFE-6859FE07B658}" type="par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0B568EC2-5D2A-4B00-8047-B7832F245B44}" type="sib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5EDA317F-AB2E-47DE-BA46-16FA60C3C561}">
      <dgm:prSet phldrT="[Text]"/>
      <dgm:spPr>
        <a:solidFill>
          <a:schemeClr val="accent3"/>
        </a:solidFill>
        <a:ln>
          <a:solidFill>
            <a:schemeClr val="accent3"/>
          </a:solidFill>
        </a:ln>
      </dgm:spPr>
      <dgm:t>
        <a:bodyPr rtlCol="0"/>
        <a:lstStyle/>
        <a:p>
          <a:pPr rtl="0"/>
          <a:r>
            <a:rPr lang="fr-CA" noProof="0" dirty="0"/>
            <a:t>PHP</a:t>
          </a:r>
        </a:p>
      </dgm:t>
    </dgm:pt>
    <dgm:pt modelId="{775EBB35-E8CF-4A14-B0A8-45A53D65E711}" type="par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A75B061E-69EA-487C-8330-1430DA0F139D}" type="sib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F757DBC8-3670-4122-937A-47DB91C0F3FE}">
      <dgm:prSet phldrT="[Text]"/>
      <dgm:spPr/>
      <dgm:t>
        <a:bodyPr rtlCol="0"/>
        <a:lstStyle/>
        <a:p>
          <a:pPr rtl="0"/>
          <a:r>
            <a:rPr lang="fr-CA" noProof="0" dirty="0"/>
            <a:t>Création des DAO, Classes d’objets et Contrôleurs.</a:t>
          </a:r>
        </a:p>
      </dgm:t>
    </dgm:pt>
    <dgm:pt modelId="{8F483F27-8D97-48E5-9210-1B448F1CE277}" type="par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A46A41DD-2CA4-4800-8F85-546ABB24ED07}" type="sib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7B2FF309-5120-45E2-ACC8-F8FAA9DBDA55}">
      <dgm:prSet phldrT="[Text]"/>
      <dgm:spPr>
        <a:solidFill>
          <a:schemeClr val="accent4"/>
        </a:solidFill>
        <a:ln>
          <a:solidFill>
            <a:schemeClr val="accent4"/>
          </a:solidFill>
        </a:ln>
      </dgm:spPr>
      <dgm:t>
        <a:bodyPr rtlCol="0"/>
        <a:lstStyle/>
        <a:p>
          <a:pPr rtl="0"/>
          <a:r>
            <a:rPr lang="fr-CA" noProof="0" dirty="0"/>
            <a:t>JavaScript</a:t>
          </a:r>
        </a:p>
      </dgm:t>
    </dgm:pt>
    <dgm:pt modelId="{2CF5AF8A-5687-489A-9838-EDDBB760D421}" type="par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D5CAA101-B828-45D7-965B-F77CD6FBA109}" type="sib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EE155DB2-6788-4019-961C-F8B89C275CE8}">
      <dgm:prSet phldrT="[Text]"/>
      <dgm:spPr/>
      <dgm:t>
        <a:bodyPr rtlCol="0"/>
        <a:lstStyle/>
        <a:p>
          <a:pPr rtl="0"/>
          <a:r>
            <a:rPr lang="fr-CA" noProof="0" dirty="0"/>
            <a:t>Implémentation de JavaScript afin d’améliorer le dynamisme de l’application.</a:t>
          </a:r>
        </a:p>
      </dgm:t>
    </dgm:pt>
    <dgm:pt modelId="{8395B9D5-FF39-4045-8569-9C13F11FB1E5}" type="par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F94C628D-62C1-4AF5-B102-2A2AA7FD22DE}" type="sib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>
        <a:ln>
          <a:solidFill>
            <a:schemeClr val="accent2"/>
          </a:solidFill>
        </a:ln>
      </dgm:spPr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>
        <a:ln>
          <a:solidFill>
            <a:schemeClr val="accent1"/>
          </a:solidFill>
        </a:ln>
      </dgm:spPr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>
        <a:ln>
          <a:solidFill>
            <a:schemeClr val="accent5"/>
          </a:solidFill>
        </a:ln>
      </dgm:spPr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0B65942F-B336-42B6-A72B-DA6B6B07B79B}" type="pres">
      <dgm:prSet presAssocID="{9B090D9D-470E-46E2-AABB-0368A52481AA}" presName="space" presStyleCnt="0"/>
      <dgm:spPr/>
    </dgm:pt>
    <dgm:pt modelId="{1D5539F6-8B97-4801-8139-D49EE44FFF3E}" type="pres">
      <dgm:prSet presAssocID="{5EDA317F-AB2E-47DE-BA46-16FA60C3C561}" presName="composite" presStyleCnt="0"/>
      <dgm:spPr/>
    </dgm:pt>
    <dgm:pt modelId="{2377F551-4CF6-4656-B644-60A7FC1B0F64}" type="pres">
      <dgm:prSet presAssocID="{5EDA317F-AB2E-47DE-BA46-16FA60C3C561}" presName="L" presStyleLbl="solidFgAcc1" presStyleIdx="3" presStyleCnt="5">
        <dgm:presLayoutVars>
          <dgm:chMax val="0"/>
          <dgm:chPref val="0"/>
        </dgm:presLayoutVars>
      </dgm:prSet>
      <dgm:spPr>
        <a:ln>
          <a:solidFill>
            <a:schemeClr val="accent3"/>
          </a:solidFill>
        </a:ln>
      </dgm:spPr>
    </dgm:pt>
    <dgm:pt modelId="{69ED255C-64AC-4764-BC2C-7679ECCC9FE9}" type="pres">
      <dgm:prSet presAssocID="{5EDA317F-AB2E-47DE-BA46-16FA60C3C56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F1B09A6-DA7E-41D1-B8A6-E3B6E775E5C1}" type="pres">
      <dgm:prSet presAssocID="{5EDA317F-AB2E-47DE-BA46-16FA60C3C561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89DACDC6-8676-47A4-A430-164754F46172}" type="pres">
      <dgm:prSet presAssocID="{5EDA317F-AB2E-47DE-BA46-16FA60C3C561}" presName="EmptyPlaceHolder" presStyleCnt="0"/>
      <dgm:spPr/>
    </dgm:pt>
    <dgm:pt modelId="{38A6C30B-D5BF-4A1A-A273-D265DC00F2EC}" type="pres">
      <dgm:prSet presAssocID="{A75B061E-69EA-487C-8330-1430DA0F139D}" presName="space" presStyleCnt="0"/>
      <dgm:spPr/>
    </dgm:pt>
    <dgm:pt modelId="{761684DA-3DB5-4618-9A30-6E2731CDFCA3}" type="pres">
      <dgm:prSet presAssocID="{7B2FF309-5120-45E2-ACC8-F8FAA9DBDA55}" presName="composite" presStyleCnt="0"/>
      <dgm:spPr/>
    </dgm:pt>
    <dgm:pt modelId="{E2C584B7-5B6E-4F6E-A7B8-E679FEF7BC4D}" type="pres">
      <dgm:prSet presAssocID="{7B2FF309-5120-45E2-ACC8-F8FAA9DBDA55}" presName="L" presStyleLbl="solidFgAcc1" presStyleIdx="4" presStyleCnt="5">
        <dgm:presLayoutVars>
          <dgm:chMax val="0"/>
          <dgm:chPref val="0"/>
        </dgm:presLayoutVars>
      </dgm:prSet>
      <dgm:spPr>
        <a:ln>
          <a:solidFill>
            <a:schemeClr val="accent4"/>
          </a:solidFill>
        </a:ln>
      </dgm:spPr>
    </dgm:pt>
    <dgm:pt modelId="{B89F8758-DA9D-4018-859A-710084D7ABF3}" type="pres">
      <dgm:prSet presAssocID="{7B2FF309-5120-45E2-ACC8-F8FAA9DBDA5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B73D2BBA-574C-491E-A31C-8B6EA5CC871A}" type="pres">
      <dgm:prSet presAssocID="{7B2FF309-5120-45E2-ACC8-F8FAA9DBDA55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C9D8E0A-674F-4E74-BF10-5C0EF64E638E}" type="pres">
      <dgm:prSet presAssocID="{7B2FF309-5120-45E2-ACC8-F8FAA9DBDA55}" presName="EmptyPlaceHolder" presStyleCnt="0"/>
      <dgm:spPr/>
    </dgm:pt>
  </dgm:ptLst>
  <dgm:cxnLst>
    <dgm:cxn modelId="{A903DE1B-AC8A-4C77-850B-32A9F4D87BCB}" type="presOf" srcId="{5EDA317F-AB2E-47DE-BA46-16FA60C3C561}" destId="{69ED255C-64AC-4764-BC2C-7679ECCC9FE9}" srcOrd="0" destOrd="0" presId="urn:microsoft.com/office/officeart/2016/7/layout/AccentHomeChevronProcess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7B8F902E-4BA3-41AA-9991-54805A6B93DE}" srcId="{55C0B14E-AEA6-48D3-A387-ED4A3A3BF840}" destId="{5EDA317F-AB2E-47DE-BA46-16FA60C3C561}" srcOrd="3" destOrd="0" parTransId="{775EBB35-E8CF-4A14-B0A8-45A53D65E711}" sibTransId="{A75B061E-69EA-487C-8330-1430DA0F139D}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F5A7A062-FA53-4976-B49E-235CE658F38A}" type="presOf" srcId="{EE155DB2-6788-4019-961C-F8B89C275CE8}" destId="{B73D2BBA-574C-491E-A31C-8B6EA5CC871A}" srcOrd="0" destOrd="0" presId="urn:microsoft.com/office/officeart/2016/7/layout/AccentHomeChevronProcess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8A3D4B73-3658-4A4C-9DFE-F59E22A79482}" srcId="{5EDA317F-AB2E-47DE-BA46-16FA60C3C561}" destId="{F757DBC8-3670-4122-937A-47DB91C0F3FE}" srcOrd="0" destOrd="0" parTransId="{8F483F27-8D97-48E5-9210-1B448F1CE277}" sibTransId="{A46A41DD-2CA4-4800-8F85-546ABB24ED07}"/>
    <dgm:cxn modelId="{00A52954-B4C4-4ECD-B0D0-AE5EF5CDC4E1}" type="presOf" srcId="{7B2FF309-5120-45E2-ACC8-F8FAA9DBDA55}" destId="{B89F8758-DA9D-4018-859A-710084D7ABF3}" srcOrd="0" destOrd="0" presId="urn:microsoft.com/office/officeart/2016/7/layout/AccentHomeChevronProcess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D8B51958-63B3-49F6-A150-9B1A638B15CE}" type="presOf" srcId="{F757DBC8-3670-4122-937A-47DB91C0F3FE}" destId="{1F1B09A6-DA7E-41D1-B8A6-E3B6E775E5C1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E3D274C7-DB39-45B8-B18F-742495FE5026}" srcId="{7B2FF309-5120-45E2-ACC8-F8FAA9DBDA55}" destId="{EE155DB2-6788-4019-961C-F8B89C275CE8}" srcOrd="0" destOrd="0" parTransId="{8395B9D5-FF39-4045-8569-9C13F11FB1E5}" sibTransId="{F94C628D-62C1-4AF5-B102-2A2AA7FD22DE}"/>
    <dgm:cxn modelId="{D35DB9DA-961B-46CD-BB14-44CD766D8CB7}" srcId="{55C0B14E-AEA6-48D3-A387-ED4A3A3BF840}" destId="{7B2FF309-5120-45E2-ACC8-F8FAA9DBDA55}" srcOrd="4" destOrd="0" parTransId="{2CF5AF8A-5687-489A-9838-EDDBB760D421}" sibTransId="{D5CAA101-B828-45D7-965B-F77CD6FBA109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505D5263-214F-48F5-9678-AA87C7C04F54}" type="presParOf" srcId="{594BF422-752C-42F3-A230-3D0E6AE9A886}" destId="{0B65942F-B336-42B6-A72B-DA6B6B07B79B}" srcOrd="5" destOrd="0" presId="urn:microsoft.com/office/officeart/2016/7/layout/AccentHomeChevronProcess"/>
    <dgm:cxn modelId="{F0861DFD-F2E8-400C-9B5C-4AA4849B2BE4}" type="presParOf" srcId="{594BF422-752C-42F3-A230-3D0E6AE9A886}" destId="{1D5539F6-8B97-4801-8139-D49EE44FFF3E}" srcOrd="6" destOrd="0" presId="urn:microsoft.com/office/officeart/2016/7/layout/AccentHomeChevronProcess"/>
    <dgm:cxn modelId="{D22CB840-CF4F-404F-97C0-0629311A5E51}" type="presParOf" srcId="{1D5539F6-8B97-4801-8139-D49EE44FFF3E}" destId="{2377F551-4CF6-4656-B644-60A7FC1B0F64}" srcOrd="0" destOrd="0" presId="urn:microsoft.com/office/officeart/2016/7/layout/AccentHomeChevronProcess"/>
    <dgm:cxn modelId="{6FFE5C0B-250C-4EEB-9BDD-E47B6B414225}" type="presParOf" srcId="{1D5539F6-8B97-4801-8139-D49EE44FFF3E}" destId="{69ED255C-64AC-4764-BC2C-7679ECCC9FE9}" srcOrd="1" destOrd="0" presId="urn:microsoft.com/office/officeart/2016/7/layout/AccentHomeChevronProcess"/>
    <dgm:cxn modelId="{EB2B0AEE-0679-4C51-B5D9-13C0989C2DC6}" type="presParOf" srcId="{1D5539F6-8B97-4801-8139-D49EE44FFF3E}" destId="{1F1B09A6-DA7E-41D1-B8A6-E3B6E775E5C1}" srcOrd="2" destOrd="0" presId="urn:microsoft.com/office/officeart/2016/7/layout/AccentHomeChevronProcess"/>
    <dgm:cxn modelId="{21A6189F-60BA-4472-B858-99323388D0B0}" type="presParOf" srcId="{1D5539F6-8B97-4801-8139-D49EE44FFF3E}" destId="{89DACDC6-8676-47A4-A430-164754F46172}" srcOrd="3" destOrd="0" presId="urn:microsoft.com/office/officeart/2016/7/layout/AccentHomeChevronProcess"/>
    <dgm:cxn modelId="{7D7FFE7B-0A37-4D36-9728-C99051BA3C40}" type="presParOf" srcId="{594BF422-752C-42F3-A230-3D0E6AE9A886}" destId="{38A6C30B-D5BF-4A1A-A273-D265DC00F2EC}" srcOrd="7" destOrd="0" presId="urn:microsoft.com/office/officeart/2016/7/layout/AccentHomeChevronProcess"/>
    <dgm:cxn modelId="{626D4800-17BB-462C-BE7D-935B963B6EC7}" type="presParOf" srcId="{594BF422-752C-42F3-A230-3D0E6AE9A886}" destId="{761684DA-3DB5-4618-9A30-6E2731CDFCA3}" srcOrd="8" destOrd="0" presId="urn:microsoft.com/office/officeart/2016/7/layout/AccentHomeChevronProcess"/>
    <dgm:cxn modelId="{2B2ED8B7-5577-4410-8D8A-61A1D71B9F15}" type="presParOf" srcId="{761684DA-3DB5-4618-9A30-6E2731CDFCA3}" destId="{E2C584B7-5B6E-4F6E-A7B8-E679FEF7BC4D}" srcOrd="0" destOrd="0" presId="urn:microsoft.com/office/officeart/2016/7/layout/AccentHomeChevronProcess"/>
    <dgm:cxn modelId="{CFB7BBCC-4189-422A-9163-265E17C16D21}" type="presParOf" srcId="{761684DA-3DB5-4618-9A30-6E2731CDFCA3}" destId="{B89F8758-DA9D-4018-859A-710084D7ABF3}" srcOrd="1" destOrd="0" presId="urn:microsoft.com/office/officeart/2016/7/layout/AccentHomeChevronProcess"/>
    <dgm:cxn modelId="{72C8C8DD-71B0-4E2B-BE4F-7AF4AF3DD218}" type="presParOf" srcId="{761684DA-3DB5-4618-9A30-6E2731CDFCA3}" destId="{B73D2BBA-574C-491E-A31C-8B6EA5CC871A}" srcOrd="2" destOrd="0" presId="urn:microsoft.com/office/officeart/2016/7/layout/AccentHomeChevronProcess"/>
    <dgm:cxn modelId="{34912DD7-C0FC-4C18-ABAB-DA8DF69C4254}" type="presParOf" srcId="{761684DA-3DB5-4618-9A30-6E2731CDFCA3}" destId="{DC9D8E0A-674F-4E74-BF10-5C0EF64E638E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18/5/colors/Iconchunking_coloredoutline_colorful1" csCatId="colorful" phldr="1"/>
      <dgm:spPr/>
      <dgm:t>
        <a:bodyPr rtlCol="0"/>
        <a:lstStyle/>
        <a:p>
          <a:pPr rtl="0"/>
          <a:endParaRPr lang="en-US"/>
        </a:p>
      </dgm:t>
    </dgm:pt>
    <dgm:pt modelId="{AACEAFD5-63CF-4AFC-B46F-BE086C5D447C}">
      <dgm:prSet phldrT="[Text]"/>
      <dgm:spPr>
        <a:solidFill>
          <a:schemeClr val="accent2"/>
        </a:solidFill>
        <a:ln>
          <a:solidFill>
            <a:schemeClr val="accent2"/>
          </a:solidFill>
        </a:ln>
      </dgm:spPr>
      <dgm:t>
        <a:bodyPr rtlCol="0"/>
        <a:lstStyle/>
        <a:p>
          <a:pPr rtl="0"/>
          <a:r>
            <a:rPr lang="fr-CA" noProof="0" dirty="0"/>
            <a:t>Analyse</a:t>
          </a:r>
        </a:p>
      </dgm:t>
    </dgm:pt>
    <dgm:pt modelId="{7A0BD8EC-BB4A-4912-A54E-6F39B681264E}" type="par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7A8D4B4D-06E9-4958-810D-A6226B6AC588}" type="sibTrans" cxnId="{AE101ABC-7EA3-4444-A576-8AB15A371C84}">
      <dgm:prSet/>
      <dgm:spPr/>
      <dgm:t>
        <a:bodyPr rtlCol="0"/>
        <a:lstStyle/>
        <a:p>
          <a:pPr rtl="0"/>
          <a:endParaRPr lang="fr-CA" noProof="0" dirty="0"/>
        </a:p>
      </dgm:t>
    </dgm:pt>
    <dgm:pt modelId="{349299C9-846E-4827-813A-349CCCE20782}">
      <dgm:prSet phldrT="[Text]"/>
      <dgm:spPr/>
      <dgm:t>
        <a:bodyPr rtlCol="0"/>
        <a:lstStyle/>
        <a:p>
          <a:pPr rtl="0"/>
          <a:r>
            <a:rPr lang="fr-CA" b="0" i="0" u="none" noProof="0" dirty="0"/>
            <a:t>Analyse des besoins et préparation des maquettes prototypes. </a:t>
          </a:r>
          <a:endParaRPr lang="fr-CA" noProof="0" dirty="0"/>
        </a:p>
      </dgm:t>
    </dgm:pt>
    <dgm:pt modelId="{AEA27547-B9ED-4994-BD27-04EC297EF367}" type="par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9D819F52-ACA0-4B08-8256-DF6BD8FA3A0B}" type="sibTrans" cxnId="{0EFA3039-6828-403C-9445-4359BA6645E6}">
      <dgm:prSet/>
      <dgm:spPr/>
      <dgm:t>
        <a:bodyPr rtlCol="0"/>
        <a:lstStyle/>
        <a:p>
          <a:pPr rtl="0"/>
          <a:endParaRPr lang="fr-CA" noProof="0" dirty="0"/>
        </a:p>
      </dgm:t>
    </dgm:pt>
    <dgm:pt modelId="{D07AD3FD-84FF-467E-9693-752776549C61}">
      <dgm:prSet phldrT="[Text]"/>
      <dgm:spPr>
        <a:solidFill>
          <a:schemeClr val="accent1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fr-CA" noProof="0" dirty="0"/>
            <a:t>HTML / CSS</a:t>
          </a:r>
        </a:p>
      </dgm:t>
    </dgm:pt>
    <dgm:pt modelId="{7B691773-F524-4FAD-A272-BDF0B0C4370A}" type="par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A8C9B7A9-BC2A-4753-B7F0-F2E361D95520}" type="sibTrans" cxnId="{55492768-9A5E-4F74-AC7C-959C5C24EFD3}">
      <dgm:prSet/>
      <dgm:spPr/>
      <dgm:t>
        <a:bodyPr rtlCol="0"/>
        <a:lstStyle/>
        <a:p>
          <a:pPr rtl="0"/>
          <a:endParaRPr lang="fr-CA" noProof="0" dirty="0"/>
        </a:p>
      </dgm:t>
    </dgm:pt>
    <dgm:pt modelId="{5D70EFF5-8B31-4A1F-AE44-51E4CF0013EB}">
      <dgm:prSet phldrT="[Text]"/>
      <dgm:spPr/>
      <dgm:t>
        <a:bodyPr rtlCol="0"/>
        <a:lstStyle/>
        <a:p>
          <a:pPr rtl="0"/>
          <a:r>
            <a:rPr lang="fr-CA" b="0" i="0" u="none" noProof="0" dirty="0"/>
            <a:t>Implémentation des maquettes en HTML et CSS.</a:t>
          </a:r>
          <a:endParaRPr lang="fr-CA" noProof="0" dirty="0"/>
        </a:p>
      </dgm:t>
    </dgm:pt>
    <dgm:pt modelId="{96C720A0-FEEF-48D1-8DF6-ABA03C304822}" type="par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B6A59CDE-18AD-4553-B6C5-FF001A8E8510}" type="sibTrans" cxnId="{E97FF64F-8020-497E-AE7D-2395DDA4560D}">
      <dgm:prSet/>
      <dgm:spPr/>
      <dgm:t>
        <a:bodyPr rtlCol="0"/>
        <a:lstStyle/>
        <a:p>
          <a:pPr rtl="0"/>
          <a:endParaRPr lang="fr-CA" noProof="0" dirty="0"/>
        </a:p>
      </dgm:t>
    </dgm:pt>
    <dgm:pt modelId="{D71FC021-6A65-44D1-95B9-0E6C89079866}">
      <dgm:prSet phldrT="[Text]"/>
      <dgm:spPr>
        <a:solidFill>
          <a:schemeClr val="accent5"/>
        </a:solidFill>
        <a:ln>
          <a:solidFill>
            <a:schemeClr val="accent5"/>
          </a:solidFill>
        </a:ln>
      </dgm:spPr>
      <dgm:t>
        <a:bodyPr rtlCol="0"/>
        <a:lstStyle/>
        <a:p>
          <a:pPr rtl="0"/>
          <a:r>
            <a:rPr lang="fr-CA" noProof="0" dirty="0"/>
            <a:t>MVC</a:t>
          </a:r>
        </a:p>
      </dgm:t>
    </dgm:pt>
    <dgm:pt modelId="{862AAE39-3AAD-40E3-BA20-90187BD73242}" type="par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9B090D9D-470E-46E2-AABB-0368A52481AA}" type="sibTrans" cxnId="{53239C96-427C-420B-95DC-546F3B30ED65}">
      <dgm:prSet/>
      <dgm:spPr/>
      <dgm:t>
        <a:bodyPr rtlCol="0"/>
        <a:lstStyle/>
        <a:p>
          <a:pPr rtl="0"/>
          <a:endParaRPr lang="fr-CA" noProof="0" dirty="0"/>
        </a:p>
      </dgm:t>
    </dgm:pt>
    <dgm:pt modelId="{4A6BB192-9983-4F48-BBC5-6E384EED7EC5}">
      <dgm:prSet phldrT="[Text]"/>
      <dgm:spPr/>
      <dgm:t>
        <a:bodyPr rtlCol="0"/>
        <a:lstStyle/>
        <a:p>
          <a:pPr rtl="0"/>
          <a:r>
            <a:rPr lang="fr-CA" b="0" i="0" u="none" noProof="0" dirty="0"/>
            <a:t>Restructuration du projet selon le modèle MVC.</a:t>
          </a:r>
          <a:endParaRPr lang="fr-CA" noProof="0" dirty="0"/>
        </a:p>
      </dgm:t>
    </dgm:pt>
    <dgm:pt modelId="{230A6E4A-6CED-4DC0-AEFE-6859FE07B658}" type="par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0B568EC2-5D2A-4B00-8047-B7832F245B44}" type="sibTrans" cxnId="{E3115EEA-DE9C-4F06-B8B3-BEB263D5F2B1}">
      <dgm:prSet/>
      <dgm:spPr/>
      <dgm:t>
        <a:bodyPr rtlCol="0"/>
        <a:lstStyle/>
        <a:p>
          <a:pPr rtl="0"/>
          <a:endParaRPr lang="fr-CA" noProof="0" dirty="0"/>
        </a:p>
      </dgm:t>
    </dgm:pt>
    <dgm:pt modelId="{5EDA317F-AB2E-47DE-BA46-16FA60C3C561}">
      <dgm:prSet phldrT="[Text]"/>
      <dgm:spPr>
        <a:solidFill>
          <a:schemeClr val="accent3"/>
        </a:solidFill>
        <a:ln>
          <a:solidFill>
            <a:schemeClr val="accent3"/>
          </a:solidFill>
        </a:ln>
      </dgm:spPr>
      <dgm:t>
        <a:bodyPr rtlCol="0"/>
        <a:lstStyle/>
        <a:p>
          <a:pPr rtl="0"/>
          <a:r>
            <a:rPr lang="fr-CA" noProof="0" dirty="0"/>
            <a:t>PHP</a:t>
          </a:r>
        </a:p>
      </dgm:t>
    </dgm:pt>
    <dgm:pt modelId="{775EBB35-E8CF-4A14-B0A8-45A53D65E711}" type="par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A75B061E-69EA-487C-8330-1430DA0F139D}" type="sibTrans" cxnId="{7B8F902E-4BA3-41AA-9991-54805A6B93DE}">
      <dgm:prSet/>
      <dgm:spPr/>
      <dgm:t>
        <a:bodyPr rtlCol="0"/>
        <a:lstStyle/>
        <a:p>
          <a:pPr rtl="0"/>
          <a:endParaRPr lang="fr-CA" noProof="0" dirty="0"/>
        </a:p>
      </dgm:t>
    </dgm:pt>
    <dgm:pt modelId="{F757DBC8-3670-4122-937A-47DB91C0F3FE}">
      <dgm:prSet phldrT="[Text]"/>
      <dgm:spPr/>
      <dgm:t>
        <a:bodyPr rtlCol="0"/>
        <a:lstStyle/>
        <a:p>
          <a:pPr rtl="0"/>
          <a:r>
            <a:rPr lang="fr-CA" noProof="0" dirty="0"/>
            <a:t>Création des DAO, Classes d’objets et Contrôleurs.</a:t>
          </a:r>
        </a:p>
      </dgm:t>
    </dgm:pt>
    <dgm:pt modelId="{8F483F27-8D97-48E5-9210-1B448F1CE277}" type="par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A46A41DD-2CA4-4800-8F85-546ABB24ED07}" type="sibTrans" cxnId="{8A3D4B73-3658-4A4C-9DFE-F59E22A79482}">
      <dgm:prSet/>
      <dgm:spPr/>
      <dgm:t>
        <a:bodyPr rtlCol="0"/>
        <a:lstStyle/>
        <a:p>
          <a:pPr rtl="0"/>
          <a:endParaRPr lang="fr-CA" noProof="0" dirty="0"/>
        </a:p>
      </dgm:t>
    </dgm:pt>
    <dgm:pt modelId="{7B2FF309-5120-45E2-ACC8-F8FAA9DBDA55}">
      <dgm:prSet phldrT="[Text]"/>
      <dgm:spPr>
        <a:solidFill>
          <a:schemeClr val="accent4"/>
        </a:solidFill>
        <a:ln>
          <a:solidFill>
            <a:schemeClr val="accent4"/>
          </a:solidFill>
        </a:ln>
      </dgm:spPr>
      <dgm:t>
        <a:bodyPr rtlCol="0"/>
        <a:lstStyle/>
        <a:p>
          <a:pPr rtl="0"/>
          <a:r>
            <a:rPr lang="fr-CA" noProof="0" dirty="0"/>
            <a:t>JavaScript</a:t>
          </a:r>
        </a:p>
      </dgm:t>
    </dgm:pt>
    <dgm:pt modelId="{2CF5AF8A-5687-489A-9838-EDDBB760D421}" type="par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D5CAA101-B828-45D7-965B-F77CD6FBA109}" type="sibTrans" cxnId="{D35DB9DA-961B-46CD-BB14-44CD766D8CB7}">
      <dgm:prSet/>
      <dgm:spPr/>
      <dgm:t>
        <a:bodyPr rtlCol="0"/>
        <a:lstStyle/>
        <a:p>
          <a:pPr rtl="0"/>
          <a:endParaRPr lang="fr-CA" noProof="0" dirty="0"/>
        </a:p>
      </dgm:t>
    </dgm:pt>
    <dgm:pt modelId="{EE155DB2-6788-4019-961C-F8B89C275CE8}">
      <dgm:prSet phldrT="[Text]"/>
      <dgm:spPr/>
      <dgm:t>
        <a:bodyPr rtlCol="0"/>
        <a:lstStyle/>
        <a:p>
          <a:pPr rtl="0"/>
          <a:r>
            <a:rPr lang="fr-CA" noProof="0" dirty="0"/>
            <a:t>Implémentation de JavaScript afin d’améliorer le dynamisme de l’application.</a:t>
          </a:r>
        </a:p>
      </dgm:t>
    </dgm:pt>
    <dgm:pt modelId="{8395B9D5-FF39-4045-8569-9C13F11FB1E5}" type="par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F94C628D-62C1-4AF5-B102-2A2AA7FD22DE}" type="sibTrans" cxnId="{E3D274C7-DB39-45B8-B18F-742495FE5026}">
      <dgm:prSet/>
      <dgm:spPr/>
      <dgm:t>
        <a:bodyPr rtlCol="0"/>
        <a:lstStyle/>
        <a:p>
          <a:pPr rtl="0"/>
          <a:endParaRPr lang="fr-CA" noProof="0" dirty="0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>
        <a:ln>
          <a:solidFill>
            <a:schemeClr val="accent2"/>
          </a:solidFill>
        </a:ln>
      </dgm:spPr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>
        <a:ln>
          <a:solidFill>
            <a:schemeClr val="accent1"/>
          </a:solidFill>
        </a:ln>
      </dgm:spPr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>
        <a:ln>
          <a:solidFill>
            <a:schemeClr val="accent5"/>
          </a:solidFill>
        </a:ln>
      </dgm:spPr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0B65942F-B336-42B6-A72B-DA6B6B07B79B}" type="pres">
      <dgm:prSet presAssocID="{9B090D9D-470E-46E2-AABB-0368A52481AA}" presName="space" presStyleCnt="0"/>
      <dgm:spPr/>
    </dgm:pt>
    <dgm:pt modelId="{1D5539F6-8B97-4801-8139-D49EE44FFF3E}" type="pres">
      <dgm:prSet presAssocID="{5EDA317F-AB2E-47DE-BA46-16FA60C3C561}" presName="composite" presStyleCnt="0"/>
      <dgm:spPr/>
    </dgm:pt>
    <dgm:pt modelId="{2377F551-4CF6-4656-B644-60A7FC1B0F64}" type="pres">
      <dgm:prSet presAssocID="{5EDA317F-AB2E-47DE-BA46-16FA60C3C561}" presName="L" presStyleLbl="solidFgAcc1" presStyleIdx="3" presStyleCnt="5">
        <dgm:presLayoutVars>
          <dgm:chMax val="0"/>
          <dgm:chPref val="0"/>
        </dgm:presLayoutVars>
      </dgm:prSet>
      <dgm:spPr>
        <a:ln>
          <a:solidFill>
            <a:schemeClr val="accent3"/>
          </a:solidFill>
        </a:ln>
      </dgm:spPr>
    </dgm:pt>
    <dgm:pt modelId="{69ED255C-64AC-4764-BC2C-7679ECCC9FE9}" type="pres">
      <dgm:prSet presAssocID="{5EDA317F-AB2E-47DE-BA46-16FA60C3C56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F1B09A6-DA7E-41D1-B8A6-E3B6E775E5C1}" type="pres">
      <dgm:prSet presAssocID="{5EDA317F-AB2E-47DE-BA46-16FA60C3C561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89DACDC6-8676-47A4-A430-164754F46172}" type="pres">
      <dgm:prSet presAssocID="{5EDA317F-AB2E-47DE-BA46-16FA60C3C561}" presName="EmptyPlaceHolder" presStyleCnt="0"/>
      <dgm:spPr/>
    </dgm:pt>
    <dgm:pt modelId="{38A6C30B-D5BF-4A1A-A273-D265DC00F2EC}" type="pres">
      <dgm:prSet presAssocID="{A75B061E-69EA-487C-8330-1430DA0F139D}" presName="space" presStyleCnt="0"/>
      <dgm:spPr/>
    </dgm:pt>
    <dgm:pt modelId="{761684DA-3DB5-4618-9A30-6E2731CDFCA3}" type="pres">
      <dgm:prSet presAssocID="{7B2FF309-5120-45E2-ACC8-F8FAA9DBDA55}" presName="composite" presStyleCnt="0"/>
      <dgm:spPr/>
    </dgm:pt>
    <dgm:pt modelId="{E2C584B7-5B6E-4F6E-A7B8-E679FEF7BC4D}" type="pres">
      <dgm:prSet presAssocID="{7B2FF309-5120-45E2-ACC8-F8FAA9DBDA55}" presName="L" presStyleLbl="solidFgAcc1" presStyleIdx="4" presStyleCnt="5">
        <dgm:presLayoutVars>
          <dgm:chMax val="0"/>
          <dgm:chPref val="0"/>
        </dgm:presLayoutVars>
      </dgm:prSet>
      <dgm:spPr>
        <a:ln>
          <a:solidFill>
            <a:schemeClr val="accent4"/>
          </a:solidFill>
        </a:ln>
      </dgm:spPr>
    </dgm:pt>
    <dgm:pt modelId="{B89F8758-DA9D-4018-859A-710084D7ABF3}" type="pres">
      <dgm:prSet presAssocID="{7B2FF309-5120-45E2-ACC8-F8FAA9DBDA5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B73D2BBA-574C-491E-A31C-8B6EA5CC871A}" type="pres">
      <dgm:prSet presAssocID="{7B2FF309-5120-45E2-ACC8-F8FAA9DBDA55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DC9D8E0A-674F-4E74-BF10-5C0EF64E638E}" type="pres">
      <dgm:prSet presAssocID="{7B2FF309-5120-45E2-ACC8-F8FAA9DBDA55}" presName="EmptyPlaceHolder" presStyleCnt="0"/>
      <dgm:spPr/>
    </dgm:pt>
  </dgm:ptLst>
  <dgm:cxnLst>
    <dgm:cxn modelId="{A903DE1B-AC8A-4C77-850B-32A9F4D87BCB}" type="presOf" srcId="{5EDA317F-AB2E-47DE-BA46-16FA60C3C561}" destId="{69ED255C-64AC-4764-BC2C-7679ECCC9FE9}" srcOrd="0" destOrd="0" presId="urn:microsoft.com/office/officeart/2016/7/layout/AccentHomeChevronProcess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7B8F902E-4BA3-41AA-9991-54805A6B93DE}" srcId="{55C0B14E-AEA6-48D3-A387-ED4A3A3BF840}" destId="{5EDA317F-AB2E-47DE-BA46-16FA60C3C561}" srcOrd="3" destOrd="0" parTransId="{775EBB35-E8CF-4A14-B0A8-45A53D65E711}" sibTransId="{A75B061E-69EA-487C-8330-1430DA0F139D}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F5A7A062-FA53-4976-B49E-235CE658F38A}" type="presOf" srcId="{EE155DB2-6788-4019-961C-F8B89C275CE8}" destId="{B73D2BBA-574C-491E-A31C-8B6EA5CC871A}" srcOrd="0" destOrd="0" presId="urn:microsoft.com/office/officeart/2016/7/layout/AccentHomeChevronProcess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8A3D4B73-3658-4A4C-9DFE-F59E22A79482}" srcId="{5EDA317F-AB2E-47DE-BA46-16FA60C3C561}" destId="{F757DBC8-3670-4122-937A-47DB91C0F3FE}" srcOrd="0" destOrd="0" parTransId="{8F483F27-8D97-48E5-9210-1B448F1CE277}" sibTransId="{A46A41DD-2CA4-4800-8F85-546ABB24ED07}"/>
    <dgm:cxn modelId="{00A52954-B4C4-4ECD-B0D0-AE5EF5CDC4E1}" type="presOf" srcId="{7B2FF309-5120-45E2-ACC8-F8FAA9DBDA55}" destId="{B89F8758-DA9D-4018-859A-710084D7ABF3}" srcOrd="0" destOrd="0" presId="urn:microsoft.com/office/officeart/2016/7/layout/AccentHomeChevronProcess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D8B51958-63B3-49F6-A150-9B1A638B15CE}" type="presOf" srcId="{F757DBC8-3670-4122-937A-47DB91C0F3FE}" destId="{1F1B09A6-DA7E-41D1-B8A6-E3B6E775E5C1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E3D274C7-DB39-45B8-B18F-742495FE5026}" srcId="{7B2FF309-5120-45E2-ACC8-F8FAA9DBDA55}" destId="{EE155DB2-6788-4019-961C-F8B89C275CE8}" srcOrd="0" destOrd="0" parTransId="{8395B9D5-FF39-4045-8569-9C13F11FB1E5}" sibTransId="{F94C628D-62C1-4AF5-B102-2A2AA7FD22DE}"/>
    <dgm:cxn modelId="{D35DB9DA-961B-46CD-BB14-44CD766D8CB7}" srcId="{55C0B14E-AEA6-48D3-A387-ED4A3A3BF840}" destId="{7B2FF309-5120-45E2-ACC8-F8FAA9DBDA55}" srcOrd="4" destOrd="0" parTransId="{2CF5AF8A-5687-489A-9838-EDDBB760D421}" sibTransId="{D5CAA101-B828-45D7-965B-F77CD6FBA109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505D5263-214F-48F5-9678-AA87C7C04F54}" type="presParOf" srcId="{594BF422-752C-42F3-A230-3D0E6AE9A886}" destId="{0B65942F-B336-42B6-A72B-DA6B6B07B79B}" srcOrd="5" destOrd="0" presId="urn:microsoft.com/office/officeart/2016/7/layout/AccentHomeChevronProcess"/>
    <dgm:cxn modelId="{F0861DFD-F2E8-400C-9B5C-4AA4849B2BE4}" type="presParOf" srcId="{594BF422-752C-42F3-A230-3D0E6AE9A886}" destId="{1D5539F6-8B97-4801-8139-D49EE44FFF3E}" srcOrd="6" destOrd="0" presId="urn:microsoft.com/office/officeart/2016/7/layout/AccentHomeChevronProcess"/>
    <dgm:cxn modelId="{D22CB840-CF4F-404F-97C0-0629311A5E51}" type="presParOf" srcId="{1D5539F6-8B97-4801-8139-D49EE44FFF3E}" destId="{2377F551-4CF6-4656-B644-60A7FC1B0F64}" srcOrd="0" destOrd="0" presId="urn:microsoft.com/office/officeart/2016/7/layout/AccentHomeChevronProcess"/>
    <dgm:cxn modelId="{6FFE5C0B-250C-4EEB-9BDD-E47B6B414225}" type="presParOf" srcId="{1D5539F6-8B97-4801-8139-D49EE44FFF3E}" destId="{69ED255C-64AC-4764-BC2C-7679ECCC9FE9}" srcOrd="1" destOrd="0" presId="urn:microsoft.com/office/officeart/2016/7/layout/AccentHomeChevronProcess"/>
    <dgm:cxn modelId="{EB2B0AEE-0679-4C51-B5D9-13C0989C2DC6}" type="presParOf" srcId="{1D5539F6-8B97-4801-8139-D49EE44FFF3E}" destId="{1F1B09A6-DA7E-41D1-B8A6-E3B6E775E5C1}" srcOrd="2" destOrd="0" presId="urn:microsoft.com/office/officeart/2016/7/layout/AccentHomeChevronProcess"/>
    <dgm:cxn modelId="{21A6189F-60BA-4472-B858-99323388D0B0}" type="presParOf" srcId="{1D5539F6-8B97-4801-8139-D49EE44FFF3E}" destId="{89DACDC6-8676-47A4-A430-164754F46172}" srcOrd="3" destOrd="0" presId="urn:microsoft.com/office/officeart/2016/7/layout/AccentHomeChevronProcess"/>
    <dgm:cxn modelId="{7D7FFE7B-0A37-4D36-9728-C99051BA3C40}" type="presParOf" srcId="{594BF422-752C-42F3-A230-3D0E6AE9A886}" destId="{38A6C30B-D5BF-4A1A-A273-D265DC00F2EC}" srcOrd="7" destOrd="0" presId="urn:microsoft.com/office/officeart/2016/7/layout/AccentHomeChevronProcess"/>
    <dgm:cxn modelId="{626D4800-17BB-462C-BE7D-935B963B6EC7}" type="presParOf" srcId="{594BF422-752C-42F3-A230-3D0E6AE9A886}" destId="{761684DA-3DB5-4618-9A30-6E2731CDFCA3}" srcOrd="8" destOrd="0" presId="urn:microsoft.com/office/officeart/2016/7/layout/AccentHomeChevronProcess"/>
    <dgm:cxn modelId="{2B2ED8B7-5577-4410-8D8A-61A1D71B9F15}" type="presParOf" srcId="{761684DA-3DB5-4618-9A30-6E2731CDFCA3}" destId="{E2C584B7-5B6E-4F6E-A7B8-E679FEF7BC4D}" srcOrd="0" destOrd="0" presId="urn:microsoft.com/office/officeart/2016/7/layout/AccentHomeChevronProcess"/>
    <dgm:cxn modelId="{CFB7BBCC-4189-422A-9163-265E17C16D21}" type="presParOf" srcId="{761684DA-3DB5-4618-9A30-6E2731CDFCA3}" destId="{B89F8758-DA9D-4018-859A-710084D7ABF3}" srcOrd="1" destOrd="0" presId="urn:microsoft.com/office/officeart/2016/7/layout/AccentHomeChevronProcess"/>
    <dgm:cxn modelId="{72C8C8DD-71B0-4E2B-BE4F-7AF4AF3DD218}" type="presParOf" srcId="{761684DA-3DB5-4618-9A30-6E2731CDFCA3}" destId="{B73D2BBA-574C-491E-A31C-8B6EA5CC871A}" srcOrd="2" destOrd="0" presId="urn:microsoft.com/office/officeart/2016/7/layout/AccentHomeChevronProcess"/>
    <dgm:cxn modelId="{34912DD7-C0FC-4C18-ABAB-DA8DF69C4254}" type="presParOf" srcId="{761684DA-3DB5-4618-9A30-6E2731CDFCA3}" destId="{DC9D8E0A-674F-4E74-BF10-5C0EF64E638E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909957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1934" y="2872740"/>
          <a:ext cx="2062943" cy="662940"/>
        </a:xfrm>
        <a:prstGeom prst="homePlate">
          <a:avLst>
            <a:gd name="adj" fmla="val 25000"/>
          </a:avLst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Analyse</a:t>
          </a:r>
        </a:p>
      </dsp:txBody>
      <dsp:txXfrm>
        <a:off x="1934" y="2872740"/>
        <a:ext cx="1980076" cy="662940"/>
      </dsp:txXfrm>
    </dsp:sp>
    <dsp:sp modelId="{810D7AA7-A541-4507-BE7F-36CCF210089F}">
      <dsp:nvSpPr>
        <dsp:cNvPr id="0" name=""/>
        <dsp:cNvSpPr/>
      </dsp:nvSpPr>
      <dsp:spPr>
        <a:xfrm>
          <a:off x="16697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Analyse des besoins et préparation des maquettes prototypes. </a:t>
          </a:r>
          <a:endParaRPr lang="fr-CA" sz="1600" kern="1200" noProof="0" dirty="0"/>
        </a:p>
      </dsp:txBody>
      <dsp:txXfrm>
        <a:off x="166970" y="982941"/>
        <a:ext cx="1675110" cy="1414310"/>
      </dsp:txXfrm>
    </dsp:sp>
    <dsp:sp modelId="{E41E7729-FD3F-426D-804C-45BD60BD762D}">
      <dsp:nvSpPr>
        <dsp:cNvPr id="0" name=""/>
        <dsp:cNvSpPr/>
      </dsp:nvSpPr>
      <dsp:spPr>
        <a:xfrm rot="5400000">
          <a:off x="104983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196173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HTML / CSS</a:t>
          </a:r>
        </a:p>
      </dsp:txBody>
      <dsp:txXfrm>
        <a:off x="2127466" y="2872740"/>
        <a:ext cx="1731473" cy="662940"/>
      </dsp:txXfrm>
    </dsp:sp>
    <dsp:sp modelId="{5E07F9E4-149C-4A89-848F-4ABDD305F0C5}">
      <dsp:nvSpPr>
        <dsp:cNvPr id="0" name=""/>
        <dsp:cNvSpPr/>
      </dsp:nvSpPr>
      <dsp:spPr>
        <a:xfrm>
          <a:off x="212676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Implémentation des maquettes en HTML et CSS.</a:t>
          </a:r>
          <a:endParaRPr lang="fr-CA" sz="1600" kern="1200" noProof="0" dirty="0"/>
        </a:p>
      </dsp:txBody>
      <dsp:txXfrm>
        <a:off x="2126766" y="982941"/>
        <a:ext cx="1675110" cy="1414310"/>
      </dsp:txXfrm>
    </dsp:sp>
    <dsp:sp modelId="{473F2067-7126-4D56-A328-5A8CFD3D8D52}">
      <dsp:nvSpPr>
        <dsp:cNvPr id="0" name=""/>
        <dsp:cNvSpPr/>
      </dsp:nvSpPr>
      <dsp:spPr>
        <a:xfrm rot="5400000">
          <a:off x="3009635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3921528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MVC</a:t>
          </a:r>
        </a:p>
      </dsp:txBody>
      <dsp:txXfrm>
        <a:off x="4087263" y="2872740"/>
        <a:ext cx="1731473" cy="662940"/>
      </dsp:txXfrm>
    </dsp:sp>
    <dsp:sp modelId="{FD7B29F2-0D66-4B4B-BC8A-82DA23575305}">
      <dsp:nvSpPr>
        <dsp:cNvPr id="0" name=""/>
        <dsp:cNvSpPr/>
      </dsp:nvSpPr>
      <dsp:spPr>
        <a:xfrm>
          <a:off x="4086563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Restructuration du projet selon le modèle MVC.</a:t>
          </a:r>
          <a:endParaRPr lang="fr-CA" sz="1600" kern="1200" noProof="0" dirty="0"/>
        </a:p>
      </dsp:txBody>
      <dsp:txXfrm>
        <a:off x="4086563" y="982941"/>
        <a:ext cx="1675110" cy="1414310"/>
      </dsp:txXfrm>
    </dsp:sp>
    <dsp:sp modelId="{2377F551-4CF6-4656-B644-60A7FC1B0F64}">
      <dsp:nvSpPr>
        <dsp:cNvPr id="0" name=""/>
        <dsp:cNvSpPr/>
      </dsp:nvSpPr>
      <dsp:spPr>
        <a:xfrm rot="5400000">
          <a:off x="4969432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D255C-64AC-4764-BC2C-7679ECCC9FE9}">
      <dsp:nvSpPr>
        <dsp:cNvPr id="0" name=""/>
        <dsp:cNvSpPr/>
      </dsp:nvSpPr>
      <dsp:spPr>
        <a:xfrm>
          <a:off x="5881324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3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PHP</a:t>
          </a:r>
        </a:p>
      </dsp:txBody>
      <dsp:txXfrm>
        <a:off x="6047059" y="2872740"/>
        <a:ext cx="1731473" cy="662940"/>
      </dsp:txXfrm>
    </dsp:sp>
    <dsp:sp modelId="{1F1B09A6-DA7E-41D1-B8A6-E3B6E775E5C1}">
      <dsp:nvSpPr>
        <dsp:cNvPr id="0" name=""/>
        <dsp:cNvSpPr/>
      </dsp:nvSpPr>
      <dsp:spPr>
        <a:xfrm>
          <a:off x="604636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Création des DAO, Classes d’objets et Contrôleurs.</a:t>
          </a:r>
        </a:p>
      </dsp:txBody>
      <dsp:txXfrm>
        <a:off x="6046360" y="982941"/>
        <a:ext cx="1675110" cy="1414310"/>
      </dsp:txXfrm>
    </dsp:sp>
    <dsp:sp modelId="{E2C584B7-5B6E-4F6E-A7B8-E679FEF7BC4D}">
      <dsp:nvSpPr>
        <dsp:cNvPr id="0" name=""/>
        <dsp:cNvSpPr/>
      </dsp:nvSpPr>
      <dsp:spPr>
        <a:xfrm rot="5400000">
          <a:off x="692922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F8758-DA9D-4018-859A-710084D7ABF3}">
      <dsp:nvSpPr>
        <dsp:cNvPr id="0" name=""/>
        <dsp:cNvSpPr/>
      </dsp:nvSpPr>
      <dsp:spPr>
        <a:xfrm>
          <a:off x="784112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JavaScript</a:t>
          </a:r>
        </a:p>
      </dsp:txBody>
      <dsp:txXfrm>
        <a:off x="8006856" y="2872740"/>
        <a:ext cx="1731473" cy="662940"/>
      </dsp:txXfrm>
    </dsp:sp>
    <dsp:sp modelId="{B73D2BBA-574C-491E-A31C-8B6EA5CC871A}">
      <dsp:nvSpPr>
        <dsp:cNvPr id="0" name=""/>
        <dsp:cNvSpPr/>
      </dsp:nvSpPr>
      <dsp:spPr>
        <a:xfrm>
          <a:off x="800615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Implémentation de JavaScript afin d’améliorer le dynamisme de l’application.</a:t>
          </a:r>
        </a:p>
      </dsp:txBody>
      <dsp:txXfrm>
        <a:off x="8006156" y="982941"/>
        <a:ext cx="1675110" cy="1414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909957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1934" y="2872740"/>
          <a:ext cx="2062943" cy="662940"/>
        </a:xfrm>
        <a:prstGeom prst="homePlate">
          <a:avLst>
            <a:gd name="adj" fmla="val 25000"/>
          </a:avLst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Analyse</a:t>
          </a:r>
        </a:p>
      </dsp:txBody>
      <dsp:txXfrm>
        <a:off x="1934" y="2872740"/>
        <a:ext cx="1980076" cy="662940"/>
      </dsp:txXfrm>
    </dsp:sp>
    <dsp:sp modelId="{810D7AA7-A541-4507-BE7F-36CCF210089F}">
      <dsp:nvSpPr>
        <dsp:cNvPr id="0" name=""/>
        <dsp:cNvSpPr/>
      </dsp:nvSpPr>
      <dsp:spPr>
        <a:xfrm>
          <a:off x="16697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Analyse des besoins et préparation des maquettes prototypes. </a:t>
          </a:r>
          <a:endParaRPr lang="fr-CA" sz="1600" kern="1200" noProof="0" dirty="0"/>
        </a:p>
      </dsp:txBody>
      <dsp:txXfrm>
        <a:off x="166970" y="982941"/>
        <a:ext cx="1675110" cy="1414310"/>
      </dsp:txXfrm>
    </dsp:sp>
    <dsp:sp modelId="{E41E7729-FD3F-426D-804C-45BD60BD762D}">
      <dsp:nvSpPr>
        <dsp:cNvPr id="0" name=""/>
        <dsp:cNvSpPr/>
      </dsp:nvSpPr>
      <dsp:spPr>
        <a:xfrm rot="5400000">
          <a:off x="104983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196173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HTML / CSS</a:t>
          </a:r>
        </a:p>
      </dsp:txBody>
      <dsp:txXfrm>
        <a:off x="2127466" y="2872740"/>
        <a:ext cx="1731473" cy="662940"/>
      </dsp:txXfrm>
    </dsp:sp>
    <dsp:sp modelId="{5E07F9E4-149C-4A89-848F-4ABDD305F0C5}">
      <dsp:nvSpPr>
        <dsp:cNvPr id="0" name=""/>
        <dsp:cNvSpPr/>
      </dsp:nvSpPr>
      <dsp:spPr>
        <a:xfrm>
          <a:off x="212676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Implémentation des maquettes en HTML et CSS.</a:t>
          </a:r>
          <a:endParaRPr lang="fr-CA" sz="1600" kern="1200" noProof="0" dirty="0"/>
        </a:p>
      </dsp:txBody>
      <dsp:txXfrm>
        <a:off x="2126766" y="982941"/>
        <a:ext cx="1675110" cy="1414310"/>
      </dsp:txXfrm>
    </dsp:sp>
    <dsp:sp modelId="{473F2067-7126-4D56-A328-5A8CFD3D8D52}">
      <dsp:nvSpPr>
        <dsp:cNvPr id="0" name=""/>
        <dsp:cNvSpPr/>
      </dsp:nvSpPr>
      <dsp:spPr>
        <a:xfrm rot="5400000">
          <a:off x="3009635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3921528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MVC</a:t>
          </a:r>
        </a:p>
      </dsp:txBody>
      <dsp:txXfrm>
        <a:off x="4087263" y="2872740"/>
        <a:ext cx="1731473" cy="662940"/>
      </dsp:txXfrm>
    </dsp:sp>
    <dsp:sp modelId="{FD7B29F2-0D66-4B4B-BC8A-82DA23575305}">
      <dsp:nvSpPr>
        <dsp:cNvPr id="0" name=""/>
        <dsp:cNvSpPr/>
      </dsp:nvSpPr>
      <dsp:spPr>
        <a:xfrm>
          <a:off x="4086563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Restructuration du projet selon le modèle MVC.</a:t>
          </a:r>
          <a:endParaRPr lang="fr-CA" sz="1600" kern="1200" noProof="0" dirty="0"/>
        </a:p>
      </dsp:txBody>
      <dsp:txXfrm>
        <a:off x="4086563" y="982941"/>
        <a:ext cx="1675110" cy="1414310"/>
      </dsp:txXfrm>
    </dsp:sp>
    <dsp:sp modelId="{2377F551-4CF6-4656-B644-60A7FC1B0F64}">
      <dsp:nvSpPr>
        <dsp:cNvPr id="0" name=""/>
        <dsp:cNvSpPr/>
      </dsp:nvSpPr>
      <dsp:spPr>
        <a:xfrm rot="5400000">
          <a:off x="4969432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D255C-64AC-4764-BC2C-7679ECCC9FE9}">
      <dsp:nvSpPr>
        <dsp:cNvPr id="0" name=""/>
        <dsp:cNvSpPr/>
      </dsp:nvSpPr>
      <dsp:spPr>
        <a:xfrm>
          <a:off x="5881324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3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PHP</a:t>
          </a:r>
        </a:p>
      </dsp:txBody>
      <dsp:txXfrm>
        <a:off x="6047059" y="2872740"/>
        <a:ext cx="1731473" cy="662940"/>
      </dsp:txXfrm>
    </dsp:sp>
    <dsp:sp modelId="{1F1B09A6-DA7E-41D1-B8A6-E3B6E775E5C1}">
      <dsp:nvSpPr>
        <dsp:cNvPr id="0" name=""/>
        <dsp:cNvSpPr/>
      </dsp:nvSpPr>
      <dsp:spPr>
        <a:xfrm>
          <a:off x="604636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Création des DAO, Classes d’objets et Contrôleurs.</a:t>
          </a:r>
        </a:p>
      </dsp:txBody>
      <dsp:txXfrm>
        <a:off x="6046360" y="982941"/>
        <a:ext cx="1675110" cy="1414310"/>
      </dsp:txXfrm>
    </dsp:sp>
    <dsp:sp modelId="{E2C584B7-5B6E-4F6E-A7B8-E679FEF7BC4D}">
      <dsp:nvSpPr>
        <dsp:cNvPr id="0" name=""/>
        <dsp:cNvSpPr/>
      </dsp:nvSpPr>
      <dsp:spPr>
        <a:xfrm rot="5400000">
          <a:off x="692922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F8758-DA9D-4018-859A-710084D7ABF3}">
      <dsp:nvSpPr>
        <dsp:cNvPr id="0" name=""/>
        <dsp:cNvSpPr/>
      </dsp:nvSpPr>
      <dsp:spPr>
        <a:xfrm>
          <a:off x="784112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JavaScript</a:t>
          </a:r>
        </a:p>
      </dsp:txBody>
      <dsp:txXfrm>
        <a:off x="8006856" y="2872740"/>
        <a:ext cx="1731473" cy="662940"/>
      </dsp:txXfrm>
    </dsp:sp>
    <dsp:sp modelId="{B73D2BBA-574C-491E-A31C-8B6EA5CC871A}">
      <dsp:nvSpPr>
        <dsp:cNvPr id="0" name=""/>
        <dsp:cNvSpPr/>
      </dsp:nvSpPr>
      <dsp:spPr>
        <a:xfrm>
          <a:off x="800615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Implémentation de JavaScript afin d’améliorer le dynamisme de l’application.</a:t>
          </a:r>
        </a:p>
      </dsp:txBody>
      <dsp:txXfrm>
        <a:off x="8006156" y="982941"/>
        <a:ext cx="1675110" cy="1414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909957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1934" y="2872740"/>
          <a:ext cx="2062943" cy="662940"/>
        </a:xfrm>
        <a:prstGeom prst="homePlate">
          <a:avLst>
            <a:gd name="adj" fmla="val 25000"/>
          </a:avLst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Analyse</a:t>
          </a:r>
        </a:p>
      </dsp:txBody>
      <dsp:txXfrm>
        <a:off x="1934" y="2872740"/>
        <a:ext cx="1980076" cy="662940"/>
      </dsp:txXfrm>
    </dsp:sp>
    <dsp:sp modelId="{810D7AA7-A541-4507-BE7F-36CCF210089F}">
      <dsp:nvSpPr>
        <dsp:cNvPr id="0" name=""/>
        <dsp:cNvSpPr/>
      </dsp:nvSpPr>
      <dsp:spPr>
        <a:xfrm>
          <a:off x="16697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Analyse des besoins et préparation des maquettes prototypes. </a:t>
          </a:r>
          <a:endParaRPr lang="fr-CA" sz="1600" kern="1200" noProof="0" dirty="0"/>
        </a:p>
      </dsp:txBody>
      <dsp:txXfrm>
        <a:off x="166970" y="982941"/>
        <a:ext cx="1675110" cy="1414310"/>
      </dsp:txXfrm>
    </dsp:sp>
    <dsp:sp modelId="{E41E7729-FD3F-426D-804C-45BD60BD762D}">
      <dsp:nvSpPr>
        <dsp:cNvPr id="0" name=""/>
        <dsp:cNvSpPr/>
      </dsp:nvSpPr>
      <dsp:spPr>
        <a:xfrm rot="5400000">
          <a:off x="104983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196173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HTML / CSS</a:t>
          </a:r>
        </a:p>
      </dsp:txBody>
      <dsp:txXfrm>
        <a:off x="2127466" y="2872740"/>
        <a:ext cx="1731473" cy="662940"/>
      </dsp:txXfrm>
    </dsp:sp>
    <dsp:sp modelId="{5E07F9E4-149C-4A89-848F-4ABDD305F0C5}">
      <dsp:nvSpPr>
        <dsp:cNvPr id="0" name=""/>
        <dsp:cNvSpPr/>
      </dsp:nvSpPr>
      <dsp:spPr>
        <a:xfrm>
          <a:off x="212676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Implémentation des maquettes en HTML et CSS.</a:t>
          </a:r>
          <a:endParaRPr lang="fr-CA" sz="1600" kern="1200" noProof="0" dirty="0"/>
        </a:p>
      </dsp:txBody>
      <dsp:txXfrm>
        <a:off x="2126766" y="982941"/>
        <a:ext cx="1675110" cy="1414310"/>
      </dsp:txXfrm>
    </dsp:sp>
    <dsp:sp modelId="{473F2067-7126-4D56-A328-5A8CFD3D8D52}">
      <dsp:nvSpPr>
        <dsp:cNvPr id="0" name=""/>
        <dsp:cNvSpPr/>
      </dsp:nvSpPr>
      <dsp:spPr>
        <a:xfrm rot="5400000">
          <a:off x="3009635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3921528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MVC</a:t>
          </a:r>
        </a:p>
      </dsp:txBody>
      <dsp:txXfrm>
        <a:off x="4087263" y="2872740"/>
        <a:ext cx="1731473" cy="662940"/>
      </dsp:txXfrm>
    </dsp:sp>
    <dsp:sp modelId="{FD7B29F2-0D66-4B4B-BC8A-82DA23575305}">
      <dsp:nvSpPr>
        <dsp:cNvPr id="0" name=""/>
        <dsp:cNvSpPr/>
      </dsp:nvSpPr>
      <dsp:spPr>
        <a:xfrm>
          <a:off x="4086563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u="none" kern="1200" noProof="0" dirty="0"/>
            <a:t>Restructuration du projet selon le modèle MVC.</a:t>
          </a:r>
          <a:endParaRPr lang="fr-CA" sz="1600" kern="1200" noProof="0" dirty="0"/>
        </a:p>
      </dsp:txBody>
      <dsp:txXfrm>
        <a:off x="4086563" y="982941"/>
        <a:ext cx="1675110" cy="1414310"/>
      </dsp:txXfrm>
    </dsp:sp>
    <dsp:sp modelId="{2377F551-4CF6-4656-B644-60A7FC1B0F64}">
      <dsp:nvSpPr>
        <dsp:cNvPr id="0" name=""/>
        <dsp:cNvSpPr/>
      </dsp:nvSpPr>
      <dsp:spPr>
        <a:xfrm rot="5400000">
          <a:off x="4969432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D255C-64AC-4764-BC2C-7679ECCC9FE9}">
      <dsp:nvSpPr>
        <dsp:cNvPr id="0" name=""/>
        <dsp:cNvSpPr/>
      </dsp:nvSpPr>
      <dsp:spPr>
        <a:xfrm>
          <a:off x="5881324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3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PHP</a:t>
          </a:r>
        </a:p>
      </dsp:txBody>
      <dsp:txXfrm>
        <a:off x="6047059" y="2872740"/>
        <a:ext cx="1731473" cy="662940"/>
      </dsp:txXfrm>
    </dsp:sp>
    <dsp:sp modelId="{1F1B09A6-DA7E-41D1-B8A6-E3B6E775E5C1}">
      <dsp:nvSpPr>
        <dsp:cNvPr id="0" name=""/>
        <dsp:cNvSpPr/>
      </dsp:nvSpPr>
      <dsp:spPr>
        <a:xfrm>
          <a:off x="6046360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Création des DAO, Classes d’objets et Contrôleurs.</a:t>
          </a:r>
        </a:p>
      </dsp:txBody>
      <dsp:txXfrm>
        <a:off x="6046360" y="982941"/>
        <a:ext cx="1675110" cy="1414310"/>
      </dsp:txXfrm>
    </dsp:sp>
    <dsp:sp modelId="{E2C584B7-5B6E-4F6E-A7B8-E679FEF7BC4D}">
      <dsp:nvSpPr>
        <dsp:cNvPr id="0" name=""/>
        <dsp:cNvSpPr/>
      </dsp:nvSpPr>
      <dsp:spPr>
        <a:xfrm rot="5400000">
          <a:off x="6929229" y="1795812"/>
          <a:ext cx="1988820" cy="165035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F8758-DA9D-4018-859A-710084D7ABF3}">
      <dsp:nvSpPr>
        <dsp:cNvPr id="0" name=""/>
        <dsp:cNvSpPr/>
      </dsp:nvSpPr>
      <dsp:spPr>
        <a:xfrm>
          <a:off x="7841121" y="2872740"/>
          <a:ext cx="2062943" cy="662940"/>
        </a:xfrm>
        <a:prstGeom prst="chevron">
          <a:avLst>
            <a:gd name="adj" fmla="val 25000"/>
          </a:avLst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203200" rIns="101600" bIns="20320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JavaScript</a:t>
          </a:r>
        </a:p>
      </dsp:txBody>
      <dsp:txXfrm>
        <a:off x="8006856" y="2872740"/>
        <a:ext cx="1731473" cy="662940"/>
      </dsp:txXfrm>
    </dsp:sp>
    <dsp:sp modelId="{B73D2BBA-574C-491E-A31C-8B6EA5CC871A}">
      <dsp:nvSpPr>
        <dsp:cNvPr id="0" name=""/>
        <dsp:cNvSpPr/>
      </dsp:nvSpPr>
      <dsp:spPr>
        <a:xfrm>
          <a:off x="8006156" y="982941"/>
          <a:ext cx="1675110" cy="141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Implémentation de JavaScript afin d’améliorer le dynamisme de l’application.</a:t>
          </a:r>
        </a:p>
      </dsp:txBody>
      <dsp:txXfrm>
        <a:off x="8006156" y="982941"/>
        <a:ext cx="1675110" cy="1414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Processus du chevron d'accent à la maison"/>
  <dgm:desc val="Permet de représenter une progression, une chronologie, des étapes séquentielles dans une tâche, un processus ou un flux de tâche ; ou de mettre en évidence un mouvement ou une direction. Le texte de niveau 1 apparaît à l’intérieur d’une forme de chevron, sauf la première forme qui apparaît dans une forme de maison, tandis que le texte de niveau 2 apparaît au-dessus des formes de rectangle invisible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Processus du chevron d'accent à la maison"/>
  <dgm:desc val="Permet de représenter une progression, une chronologie, des étapes séquentielles dans une tâche, un processus ou un flux de tâche ; ou de mettre en évidence un mouvement ou une direction. Le texte de niveau 1 apparaît à l’intérieur d’une forme de chevron, sauf la première forme qui apparaît dans une forme de maison, tandis que le texte de niveau 2 apparaît au-dessus des formes de rectangle invisible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Processus du chevron d'accent à la maison"/>
  <dgm:desc val="Permet de représenter une progression, une chronologie, des étapes séquentielles dans une tâche, un processus ou un flux de tâche ; ou de mettre en évidence un mouvement ou une direction. Le texte de niveau 1 apparaît à l’intérieur d’une forme de chevron, sauf la première forme qui apparaît dans une forme de maison, tandis que le texte de niveau 2 apparaît au-dessus des formes de rectangle invisible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77FF028-C631-4716-9F44-2AA802412D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C0BC742-2544-4689-B900-5233470102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65F97-9DDA-4ED8-964E-C76C2EF50286}" type="datetime1">
              <a:rPr lang="fr-CA" smtClean="0"/>
              <a:t>2024-12-19</a:t>
            </a:fld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B67714-52B9-4A93-9244-A86B6AEEB7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4B127E-8CF4-4B40-98EC-7A08E0A0F9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E88FD-655C-4827-90E9-F9C831546DD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111487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CA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3D7CC-028C-49EC-BC4A-FC5A1DDF7399}" type="datetime1">
              <a:rPr lang="fr-CA" smtClean="0"/>
              <a:pPr/>
              <a:t>2024-12-19</a:t>
            </a:fld>
            <a:endParaRPr lang="fr-CA" dirty="0"/>
          </a:p>
        </p:txBody>
      </p:sp>
      <p:sp>
        <p:nvSpPr>
          <p:cNvPr id="4" name="Espace réservé de l’image de la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CA" noProof="0"/>
          </a:p>
        </p:txBody>
      </p:sp>
      <p:sp>
        <p:nvSpPr>
          <p:cNvPr id="5" name="Espace réservé des rétroaction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CA" noProof="0"/>
              <a:t>Cliquez pour modifier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CA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fr-CA" noProof="0" smtClean="0"/>
              <a:t>‹#›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2059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2066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6673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1364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8100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98895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945C-1637-B013-C6FB-D668F55D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0D96217-ED2D-E5F9-8346-2EE59EE61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28054F0-AB5A-661D-E3FD-B469FF085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DB3095-6FB0-06C6-7FB8-2FEDC6A70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759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7273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2931-DC37-863B-B08E-533750AC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3321CB-ABDC-46C7-397B-1AA3AC284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03DE3C-E4B2-BD82-6099-DEB132EA0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E0D23-2C0F-50BC-3E74-AB56B53FA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3038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DFF9-5F08-B4DE-ECBD-FC1FB467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948D09-764C-18F1-A1F3-C80915C9E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700FA60-9F9B-C0B5-6A3D-299CEAC5D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FE2E42-700D-AB1C-2D23-A3CD434E6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50769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681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fr-CA" noProof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CA" noProof="0"/>
              <a:t>Modifiez le style des sous-titres du masque.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 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CA" noProof="0"/>
              <a:t>Modifiez le style des sous-titres du masque.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sme 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21" name="Graphisme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23" name="Graphisme 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e l’image 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3/9/20XX</a:t>
            </a:r>
          </a:p>
        </p:txBody>
      </p:sp>
      <p:sp>
        <p:nvSpPr>
          <p:cNvPr id="4" name="Espace réservé au pied de page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cxnSp>
        <p:nvCxnSpPr>
          <p:cNvPr id="14" name="Connecteur droit 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 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CA" noProof="0"/>
              <a:t>Cliquez pour modifier les styles du texte du masque.</a:t>
            </a:r>
          </a:p>
        </p:txBody>
      </p:sp>
      <p:sp>
        <p:nvSpPr>
          <p:cNvPr id="11" name="Graphisme 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3" name="Graphisme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7" name="Graphisme 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e l’image 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fr-CA" noProof="0"/>
              <a:t>3/9/20XX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sme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9" name="Graphisme 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-tête de sectio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CA" noProof="0"/>
              <a:t>Cliquez pour modifier le style des sous-titres principaux</a:t>
            </a:r>
          </a:p>
        </p:txBody>
      </p:sp>
      <p:sp>
        <p:nvSpPr>
          <p:cNvPr id="4" name="Graphisme 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5" name="Graphisme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6" name="Graphisme 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7" name="Graphisme 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1" name="Graphisme 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3" name="Graphisme 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fr-CA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fr-CA" noProof="0"/>
              <a:t>Cliquez pour modifier le style du titre principal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CA" noProof="0"/>
              <a:t>Modifiez le style des sous-titres principaux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 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CA" noProof="0"/>
          </a:p>
        </p:txBody>
      </p:sp>
      <p:sp>
        <p:nvSpPr>
          <p:cNvPr id="13" name="Espace réservé de l’image 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3/9/20XX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sp>
        <p:nvSpPr>
          <p:cNvPr id="9" name="Graphisme 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1" name="Graphisme 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CA" noProof="0" dirty="0"/>
              <a:t>Modifiez les styles du texte du masque</a:t>
            </a:r>
          </a:p>
          <a:p>
            <a:pPr lvl="1" rtl="0"/>
            <a:r>
              <a:rPr lang="fr-CA" noProof="0" dirty="0"/>
              <a:t>Deuxième niveau</a:t>
            </a:r>
          </a:p>
          <a:p>
            <a:pPr lvl="2" rtl="0"/>
            <a:r>
              <a:rPr lang="fr-CA" noProof="0" dirty="0"/>
              <a:t>Troisième niveau</a:t>
            </a:r>
          </a:p>
          <a:p>
            <a:pPr lvl="3" rtl="0"/>
            <a:r>
              <a:rPr lang="fr-CA" noProof="0" dirty="0"/>
              <a:t>Quatrième niveau</a:t>
            </a:r>
          </a:p>
          <a:p>
            <a:pPr lvl="4" rtl="0"/>
            <a:r>
              <a:rPr lang="fr-CA" noProof="0" dirty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cxnSp>
        <p:nvCxnSpPr>
          <p:cNvPr id="8" name="Connecteur droit 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sme 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2" name="Graphisme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4" name="Graphisme 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CA" noProof="0" dirty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CA" noProof="0" dirty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cxnSp>
        <p:nvCxnSpPr>
          <p:cNvPr id="10" name="Connecteur linéaire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sme 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4" name="Graphisme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6" name="Graphisme 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</p:txBody>
      </p:sp>
      <p:sp>
        <p:nvSpPr>
          <p:cNvPr id="6" name="Espace réservé du contenu 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</p:txBody>
      </p:sp>
      <p:cxnSp>
        <p:nvCxnSpPr>
          <p:cNvPr id="10" name="Connecteur linéaire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sme 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4" name="Graphisme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6" name="Graphisme 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</p:txBody>
      </p:sp>
      <p:sp>
        <p:nvSpPr>
          <p:cNvPr id="17" name="Espace réservé du contenu 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fr-CA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CA" noProof="0"/>
              <a:t>Modifiez le style des sous-titres du masque.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 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CA" noProof="0"/>
          </a:p>
        </p:txBody>
      </p:sp>
      <p:sp>
        <p:nvSpPr>
          <p:cNvPr id="13" name="Espace réservé de l’image 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10" name="Espace réservé de l’image 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11" name="Espace réservé de l’image 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de l’image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32" name="Espace réservé de l’image 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31" name="Espace réservé de l’image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30" name="Espace réservé de l’image 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Cliquez pour modifier le style du titre du masque.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3/9/20XX</a:t>
            </a:r>
          </a:p>
        </p:txBody>
      </p:sp>
      <p:sp>
        <p:nvSpPr>
          <p:cNvPr id="4" name="Espace réservé au pied de page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pPr rtl="0"/>
              <a:t>‹#›</a:t>
            </a:fld>
            <a:endParaRPr lang="fr-CA" noProof="0"/>
          </a:p>
        </p:txBody>
      </p:sp>
      <p:sp>
        <p:nvSpPr>
          <p:cNvPr id="8" name="Graphisme 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0" name="Graphisme 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sp>
        <p:nvSpPr>
          <p:cNvPr id="12" name="Graphisme 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CA" noProof="0"/>
          </a:p>
        </p:txBody>
      </p:sp>
      <p:cxnSp>
        <p:nvCxnSpPr>
          <p:cNvPr id="14" name="Connecteur droit 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 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CA" noProof="0"/>
              <a:t>Cliquez pour modifier les styles du texte du masque.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CA" noProof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noProof="0"/>
              <a:t>3/9/20XX</a:t>
            </a:r>
          </a:p>
        </p:txBody>
      </p:sp>
      <p:sp>
        <p:nvSpPr>
          <p:cNvPr id="4" name="Espace réservé au pied de page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5" name="Espace réservé au numéro de diapositive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  <p:cxnSp>
        <p:nvCxnSpPr>
          <p:cNvPr id="6" name="Connecteur droit 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a date 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noProof="0"/>
              <a:t>3/9/20XX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CA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</p:txBody>
      </p:sp>
      <p:sp>
        <p:nvSpPr>
          <p:cNvPr id="5" name="Espace réservé à la date 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noProof="0"/>
              <a:t>3/9/20XX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7" name="Espace réservé au numéro de diapositive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  <p:cxnSp>
        <p:nvCxnSpPr>
          <p:cNvPr id="8" name="Connecteur droit 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fr-CA" noProof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CA" noProof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CA" noProof="0"/>
              <a:t>Modifiez les styles du texte du masque</a:t>
            </a:r>
          </a:p>
        </p:txBody>
      </p:sp>
      <p:sp>
        <p:nvSpPr>
          <p:cNvPr id="5" name="Espace réservé à la date 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noProof="0"/>
              <a:t>3/9/20XX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7" name="Espace réservé au numéro de diapositive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  <p:cxnSp>
        <p:nvCxnSpPr>
          <p:cNvPr id="8" name="Connecteur droit 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CA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CA" noProof="0"/>
              <a:t>Cliquez pour modifier les styles du texte du masque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CA" noProof="0"/>
              <a:t>3/9/20XX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CA" noProof="0"/>
              <a:t>Titre de la présentation</a:t>
            </a:r>
          </a:p>
        </p:txBody>
      </p:sp>
      <p:sp>
        <p:nvSpPr>
          <p:cNvPr id="6" name="Espace réservé au numéro de diapositive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fr-CA" noProof="0" smtClean="0"/>
              <a:t>‹#›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CA" sz="5400" spc="400" dirty="0" err="1">
                <a:solidFill>
                  <a:schemeClr val="bg1"/>
                </a:solidFill>
              </a:rPr>
              <a:t>Streamify</a:t>
            </a:r>
            <a:endParaRPr lang="fr-CA" dirty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CA" dirty="0"/>
              <a:t>Émile &amp; Émile</a:t>
            </a:r>
          </a:p>
        </p:txBody>
      </p:sp>
      <p:pic>
        <p:nvPicPr>
          <p:cNvPr id="4" name="Espace réservé de l’image 5" descr="coucher de soleil sur des montagnes">
            <a:extLst>
              <a:ext uri="{FF2B5EF4-FFF2-40B4-BE49-F238E27FC236}">
                <a16:creationId xmlns:a16="http://schemas.microsoft.com/office/drawing/2014/main" id="{C13F0D89-0AF0-CFD9-4D3F-D4D5E820B2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-1853986" y="6858000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CA" b="1" cap="all" spc="400">
                <a:solidFill>
                  <a:schemeClr val="bg1"/>
                </a:solidFill>
                <a:latin typeface="+mn-lt"/>
              </a:rPr>
              <a:t>Ordre du jour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algn="r" rtl="0"/>
            <a:r>
              <a:rPr lang="fr-CA" sz="1800" dirty="0">
                <a:solidFill>
                  <a:schemeClr val="bg1"/>
                </a:solidFill>
              </a:rPr>
              <a:t>Objectifs initiaux</a:t>
            </a:r>
          </a:p>
          <a:p>
            <a:pPr algn="r" rtl="0"/>
            <a:r>
              <a:rPr lang="fr-CA" dirty="0"/>
              <a:t>Organisation du travail</a:t>
            </a:r>
            <a:endParaRPr lang="fr-CA" sz="1800" dirty="0">
              <a:solidFill>
                <a:schemeClr val="bg1"/>
              </a:solidFill>
            </a:endParaRPr>
          </a:p>
          <a:p>
            <a:pPr algn="r" rtl="0"/>
            <a:r>
              <a:rPr lang="fr-CA" dirty="0"/>
              <a:t>Parcours du développement</a:t>
            </a:r>
            <a:endParaRPr lang="fr-CA" sz="1800" dirty="0">
              <a:solidFill>
                <a:schemeClr val="bg1"/>
              </a:solidFill>
            </a:endParaRPr>
          </a:p>
          <a:p>
            <a:pPr algn="r" rtl="0"/>
            <a:r>
              <a:rPr lang="fr-CA" sz="1800" dirty="0">
                <a:solidFill>
                  <a:schemeClr val="bg1"/>
                </a:solidFill>
              </a:rPr>
              <a:t>Apprentissages</a:t>
            </a:r>
          </a:p>
          <a:p>
            <a:pPr algn="r" rtl="0"/>
            <a:r>
              <a:rPr lang="fr-CA" sz="1800" dirty="0">
                <a:solidFill>
                  <a:schemeClr val="bg1"/>
                </a:solidFill>
              </a:rPr>
              <a:t>Démonstration</a:t>
            </a:r>
          </a:p>
        </p:txBody>
      </p:sp>
      <p:pic>
        <p:nvPicPr>
          <p:cNvPr id="6" name="Espace réservé de l’image 5" descr="coucher de soleil sur des montagnes">
            <a:extLst>
              <a:ext uri="{FF2B5EF4-FFF2-40B4-BE49-F238E27FC236}">
                <a16:creationId xmlns:a16="http://schemas.microsoft.com/office/drawing/2014/main" id="{4642631A-6ABE-41EA-A308-9CF1230F14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/>
      </p:pic>
      <p:sp>
        <p:nvSpPr>
          <p:cNvPr id="7" name="Espace réservé de la date 6">
            <a:extLst>
              <a:ext uri="{FF2B5EF4-FFF2-40B4-BE49-F238E27FC236}">
                <a16:creationId xmlns:a16="http://schemas.microsoft.com/office/drawing/2014/main" id="{05C25F72-F9A7-42F9-9720-0801ED77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dirty="0"/>
              <a:t>20/12/2024</a:t>
            </a:r>
          </a:p>
        </p:txBody>
      </p:sp>
      <p:sp>
        <p:nvSpPr>
          <p:cNvPr id="8" name="Espace réservé du pied de page 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264543" y="2656140"/>
            <a:ext cx="1220026" cy="422595"/>
          </a:xfrm>
        </p:spPr>
        <p:txBody>
          <a:bodyPr rtlCol="0"/>
          <a:lstStyle/>
          <a:p>
            <a:pPr rtl="0"/>
            <a:r>
              <a:rPr lang="fr-CA" dirty="0" err="1"/>
              <a:t>Streamify</a:t>
            </a:r>
            <a:endParaRPr lang="fr-CA" dirty="0"/>
          </a:p>
        </p:txBody>
      </p:sp>
      <p:sp>
        <p:nvSpPr>
          <p:cNvPr id="9" name="Espace réservé du numéro de diapositive 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smtClean="0"/>
              <a:pPr rtl="0"/>
              <a:t>2</a:t>
            </a:fld>
            <a:endParaRPr lang="fr-CA"/>
          </a:p>
        </p:txBody>
      </p:sp>
      <p:pic>
        <p:nvPicPr>
          <p:cNvPr id="5" name="Espace réservé de l’image 7" descr="lumière d’avant l’aube sur des montagnes">
            <a:extLst>
              <a:ext uri="{FF2B5EF4-FFF2-40B4-BE49-F238E27FC236}">
                <a16:creationId xmlns:a16="http://schemas.microsoft.com/office/drawing/2014/main" id="{4FB98190-B14F-1C30-49BF-22688E1B5A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" r="71"/>
          <a:stretch/>
        </p:blipFill>
        <p:spPr>
          <a:xfrm>
            <a:off x="12192000" y="-1567191"/>
            <a:ext cx="4266960" cy="42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CA" sz="5400" dirty="0"/>
              <a:t>Objectifs initiaux</a:t>
            </a:r>
            <a:endParaRPr lang="fr-CA" dirty="0"/>
          </a:p>
        </p:txBody>
      </p:sp>
      <p:sp>
        <p:nvSpPr>
          <p:cNvPr id="4" name="Espace réservé au contenu 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200" dirty="0"/>
              <a:t>Faire jouer de la musique en ligne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200" dirty="0"/>
              <a:t>Gérer les comptes utilisateurs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200" dirty="0"/>
              <a:t>Réaliser une interface fluide et intuitive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200" dirty="0"/>
              <a:t>Intégrer le système « Discovery »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200" dirty="0"/>
              <a:t>Rendre une esthétique épurée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fr-CA" dirty="0"/>
          </a:p>
        </p:txBody>
      </p:sp>
      <p:pic>
        <p:nvPicPr>
          <p:cNvPr id="8" name="Espace réservé de l’image 7" descr="lumière d’avant l’aube sur des montagnes">
            <a:extLst>
              <a:ext uri="{FF2B5EF4-FFF2-40B4-BE49-F238E27FC236}">
                <a16:creationId xmlns:a16="http://schemas.microsoft.com/office/drawing/2014/main" id="{B53D1AAB-32B2-4F04-828F-AB1C758AF0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71" r="71"/>
          <a:stretch/>
        </p:blipFill>
        <p:spPr/>
      </p:pic>
      <p:sp>
        <p:nvSpPr>
          <p:cNvPr id="9" name="Espace réservé à la date 8">
            <a:extLst>
              <a:ext uri="{FF2B5EF4-FFF2-40B4-BE49-F238E27FC236}">
                <a16:creationId xmlns:a16="http://schemas.microsoft.com/office/drawing/2014/main" id="{D45C472E-4078-40A0-83A2-652E8356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/>
              <a:t>3/9/20XX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19126"/>
            <a:ext cx="1408176" cy="367792"/>
          </a:xfrm>
        </p:spPr>
        <p:txBody>
          <a:bodyPr rtlCol="0"/>
          <a:lstStyle/>
          <a:p>
            <a:pPr rtl="0"/>
            <a:r>
              <a:rPr lang="fr-CA" dirty="0" err="1"/>
              <a:t>Streamify</a:t>
            </a:r>
            <a:endParaRPr lang="fr-CA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smtClean="0"/>
              <a:pPr rtl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CA" b="1" cap="all" spc="400" dirty="0">
                <a:solidFill>
                  <a:schemeClr val="bg1"/>
                </a:solidFill>
                <a:latin typeface="+mn-lt"/>
              </a:rPr>
              <a:t>Organisation </a:t>
            </a:r>
            <a:endParaRPr lang="fr-CA" dirty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CA" sz="2000" dirty="0">
                <a:solidFill>
                  <a:schemeClr val="bg1"/>
                </a:solidFill>
              </a:rPr>
              <a:t>Gestion du projet sous </a:t>
            </a:r>
            <a:r>
              <a:rPr lang="fr-CA" sz="2000" dirty="0" err="1">
                <a:solidFill>
                  <a:schemeClr val="bg1"/>
                </a:solidFill>
              </a:rPr>
              <a:t>GitLab</a:t>
            </a:r>
            <a:endParaRPr lang="fr-CA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379B7BC-E324-A22C-BBB4-DADDD8F78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95" y="6858000"/>
            <a:ext cx="988941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fr-CA"/>
              <a:t>Partage des tâches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67E87C0-743D-5606-F1CF-D4F5D7D4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95" y="1825625"/>
            <a:ext cx="9889410" cy="4351338"/>
          </a:xfrm>
          <a:prstGeom prst="rect">
            <a:avLst/>
          </a:prstGeom>
          <a:noFill/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fr-CA" b="1" cap="all" spc="100" smtClean="0"/>
              <a:pPr rtl="0">
                <a:spcAft>
                  <a:spcPts val="600"/>
                </a:spcAft>
              </a:pPr>
              <a:t>5</a:t>
            </a:fld>
            <a:endParaRPr lang="fr-CA" b="1" cap="all" spc="10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37EAEC-1F97-F693-1A89-2A1CEB0C7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2" y="6900862"/>
            <a:ext cx="10163175" cy="3995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3914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fr-CA"/>
              <a:t>Arbre Git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10B4BB4-6424-CC52-BB47-4670A356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" y="2003330"/>
            <a:ext cx="10163175" cy="3995928"/>
          </a:xfrm>
          <a:prstGeom prst="rect">
            <a:avLst/>
          </a:prstGeom>
          <a:noFill/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fr-CA" b="1" cap="all" spc="100" smtClean="0"/>
              <a:pPr rtl="0">
                <a:spcAft>
                  <a:spcPts val="600"/>
                </a:spcAft>
              </a:pPr>
              <a:t>6</a:t>
            </a:fld>
            <a:endParaRPr lang="fr-CA" b="1" cap="all" spc="10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89F3572-E3DE-919C-3381-D07DF64BE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295" y="-4343305"/>
            <a:ext cx="988941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BB73-3259-DE51-B95B-A37EC108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01C6D-4EB9-5C1D-62E4-19221E815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CA" b="1" cap="all" spc="400" dirty="0">
                <a:solidFill>
                  <a:schemeClr val="bg1"/>
                </a:solidFill>
                <a:latin typeface="+mn-lt"/>
              </a:rPr>
              <a:t>Parcours de développement </a:t>
            </a:r>
            <a:endParaRPr lang="fr-CA" dirty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47DE859D-6160-B09D-E920-05DEC6397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CA" dirty="0"/>
              <a:t>Implémentations à travers le temps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96AEE35-7AD2-3F27-DBC0-D1D65B165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2" y="-3995928"/>
            <a:ext cx="10163175" cy="3995928"/>
          </a:xfrm>
          <a:prstGeom prst="rect">
            <a:avLst/>
          </a:prstGeom>
          <a:noFill/>
        </p:spPr>
      </p:pic>
      <p:graphicFrame>
        <p:nvGraphicFramePr>
          <p:cNvPr id="5" name="Espace réservé du contenu 6" descr="chronologie Graphique SmartArt">
            <a:extLst>
              <a:ext uri="{FF2B5EF4-FFF2-40B4-BE49-F238E27FC236}">
                <a16:creationId xmlns:a16="http://schemas.microsoft.com/office/drawing/2014/main" id="{2312452A-F084-BA97-B37A-B5ADBCA961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077064"/>
              </p:ext>
            </p:extLst>
          </p:nvPr>
        </p:nvGraphicFramePr>
        <p:xfrm>
          <a:off x="-10149114" y="1219200"/>
          <a:ext cx="9906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28907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85278-3D07-466F-8351-667A2EBE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CA" dirty="0"/>
              <a:t>Chronologie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FF1C-3CBD-419A-9DE4-7A8AA63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fr-CA" b="1" cap="all" spc="100" smtClean="0">
                <a:solidFill>
                  <a:schemeClr val="accent2"/>
                </a:solidFill>
              </a:rPr>
              <a:pPr rtl="0">
                <a:spcAft>
                  <a:spcPts val="600"/>
                </a:spcAft>
              </a:pPr>
              <a:t>8</a:t>
            </a:fld>
            <a:endParaRPr lang="fr-CA" b="1" cap="all" spc="100" dirty="0">
              <a:solidFill>
                <a:schemeClr val="accent2"/>
              </a:solidFill>
            </a:endParaRPr>
          </a:p>
        </p:txBody>
      </p:sp>
      <p:graphicFrame>
        <p:nvGraphicFramePr>
          <p:cNvPr id="14" name="Espace réservé du contenu 6" descr="chronologie Graphique SmartArt">
            <a:extLst>
              <a:ext uri="{FF2B5EF4-FFF2-40B4-BE49-F238E27FC236}">
                <a16:creationId xmlns:a16="http://schemas.microsoft.com/office/drawing/2014/main" id="{CEC6DA80-0404-4CED-A682-9D41A16B3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4867248"/>
              </p:ext>
            </p:extLst>
          </p:nvPr>
        </p:nvGraphicFramePr>
        <p:xfrm>
          <a:off x="1447800" y="1325880"/>
          <a:ext cx="9906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9288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F2029-9C80-24E1-2E95-9C00495A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84E13-820C-7615-BC35-9A3E337E4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CA" b="1" cap="all" spc="400" dirty="0">
                <a:solidFill>
                  <a:schemeClr val="bg1"/>
                </a:solidFill>
                <a:latin typeface="+mn-lt"/>
              </a:rPr>
              <a:t>Apprentissages </a:t>
            </a:r>
            <a:endParaRPr lang="fr-CA" dirty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77F218BF-8516-AAAA-4E9C-98C024117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fr-CA" dirty="0"/>
          </a:p>
        </p:txBody>
      </p:sp>
      <p:graphicFrame>
        <p:nvGraphicFramePr>
          <p:cNvPr id="4" name="Espace réservé du contenu 6" descr="chronologie Graphique SmartArt">
            <a:extLst>
              <a:ext uri="{FF2B5EF4-FFF2-40B4-BE49-F238E27FC236}">
                <a16:creationId xmlns:a16="http://schemas.microsoft.com/office/drawing/2014/main" id="{A1C9D3A3-A801-9D2A-7994-DE7CE1077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06623"/>
              </p:ext>
            </p:extLst>
          </p:nvPr>
        </p:nvGraphicFramePr>
        <p:xfrm>
          <a:off x="12192000" y="1219200"/>
          <a:ext cx="9906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Espace réservé de l’image 10" descr="coucher de soleil sur des montagnes">
            <a:extLst>
              <a:ext uri="{FF2B5EF4-FFF2-40B4-BE49-F238E27FC236}">
                <a16:creationId xmlns:a16="http://schemas.microsoft.com/office/drawing/2014/main" id="{42E37A29-058F-5D6A-E598-9ED8A2EB4EC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47" b="347"/>
          <a:stretch/>
        </p:blipFill>
        <p:spPr>
          <a:xfrm>
            <a:off x="-1856693" y="6858000"/>
            <a:ext cx="3713385" cy="3686528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46053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025A-B902-5441-390D-F09475A6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B516F2F-42C4-1D9B-6E87-30382B00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kern="1200" dirty="0">
                <a:latin typeface="+mj-lt"/>
                <a:ea typeface="+mj-ea"/>
                <a:cs typeface="+mj-cs"/>
              </a:rPr>
              <a:t>Quelques points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74307-9980-78F8-3715-68A4E777E7EE}"/>
              </a:ext>
            </a:extLst>
          </p:cNvPr>
          <p:cNvSpPr txBox="1"/>
          <p:nvPr/>
        </p:nvSpPr>
        <p:spPr>
          <a:xfrm>
            <a:off x="6257925" y="1825625"/>
            <a:ext cx="5080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A" sz="2400" dirty="0"/>
              <a:t>La force d’une analyse solide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A" sz="2400" dirty="0"/>
              <a:t>L’ouverture d’esprit au cœur de l’équipe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A" sz="2400" dirty="0"/>
              <a:t>L’importance de la communication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A" sz="2400" dirty="0"/>
              <a:t>La clé de tout: l’organisation!</a:t>
            </a:r>
          </a:p>
        </p:txBody>
      </p:sp>
      <p:sp>
        <p:nvSpPr>
          <p:cNvPr id="9" name="Espace réservé du numéro de diapositive 5" hidden="1">
            <a:extLst>
              <a:ext uri="{FF2B5EF4-FFF2-40B4-BE49-F238E27FC236}">
                <a16:creationId xmlns:a16="http://schemas.microsoft.com/office/drawing/2014/main" id="{3CF18F47-D2D8-BC35-1026-F3A2E749E4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fr-CA" b="1" cap="all" spc="100" smtClean="0"/>
              <a:pPr rtl="0">
                <a:spcAft>
                  <a:spcPts val="600"/>
                </a:spcAft>
              </a:pPr>
              <a:t>10</a:t>
            </a:fld>
            <a:endParaRPr lang="fr-CA" b="1" cap="all" spc="100"/>
          </a:p>
        </p:txBody>
      </p:sp>
      <p:pic>
        <p:nvPicPr>
          <p:cNvPr id="6" name="Espace réservé de l’image 10" descr="coucher de soleil sur des montagnes">
            <a:extLst>
              <a:ext uri="{FF2B5EF4-FFF2-40B4-BE49-F238E27FC236}">
                <a16:creationId xmlns:a16="http://schemas.microsoft.com/office/drawing/2014/main" id="{0D7A98EF-F10A-EC19-C1D8-9618E69B81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7" b="347"/>
          <a:stretch/>
        </p:blipFill>
        <p:spPr>
          <a:xfrm>
            <a:off x="1390650" y="2182131"/>
            <a:ext cx="3713385" cy="3686528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1762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e la date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-CA" dirty="0"/>
              <a:t>20/12/2024</a:t>
            </a:r>
          </a:p>
        </p:txBody>
      </p:sp>
      <p:sp>
        <p:nvSpPr>
          <p:cNvPr id="24" name="Espace réservé du numéro de diapositive 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fr-CA" smtClean="0"/>
              <a:pPr rtl="0"/>
              <a:t>11</a:t>
            </a:fld>
            <a:endParaRPr lang="fr-CA"/>
          </a:p>
        </p:txBody>
      </p:sp>
      <p:sp>
        <p:nvSpPr>
          <p:cNvPr id="23" name="Espace réservé du pied de page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1846" y="2595536"/>
            <a:ext cx="2788920" cy="365125"/>
          </a:xfrm>
        </p:spPr>
        <p:txBody>
          <a:bodyPr rtlCol="0"/>
          <a:lstStyle/>
          <a:p>
            <a:pPr rtl="0"/>
            <a:r>
              <a:rPr lang="fr-CA" dirty="0" err="1"/>
              <a:t>Streamify</a:t>
            </a:r>
            <a:endParaRPr lang="fr-CA" dirty="0"/>
          </a:p>
        </p:txBody>
      </p:sp>
      <p:pic>
        <p:nvPicPr>
          <p:cNvPr id="9" name="Espace réservé de l’image 8" descr="coucher de soleil sur des montagnes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41" b="41"/>
          <a:stretch/>
        </p:blipFill>
        <p:spPr/>
      </p:pic>
      <p:pic>
        <p:nvPicPr>
          <p:cNvPr id="11" name="Espace réservé de l’image 10" descr="coucher de soleil sur des montagnes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t="347" b="347"/>
          <a:stretch/>
        </p:blipFill>
        <p:spPr/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CA"/>
              <a:t>Merci!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fr-CA" dirty="0"/>
              <a:t>Nous passerons maintenant à la démonstration</a:t>
            </a:r>
          </a:p>
          <a:p>
            <a:pPr rtl="0"/>
            <a:endParaRPr lang="fr-CA" dirty="0"/>
          </a:p>
        </p:txBody>
      </p:sp>
      <p:pic>
        <p:nvPicPr>
          <p:cNvPr id="15" name="Espace réservé de l’image 14" descr="lumière d’avant le crépuscule sur des montagnes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/>
          <a:srcRect l="16" r="16"/>
          <a:stretch/>
        </p:blipFill>
        <p:spPr/>
      </p:pic>
      <p:pic>
        <p:nvPicPr>
          <p:cNvPr id="13" name="Espace réservé de l’image 12" descr="lumière d’avant l’aube sur des montagnes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/>
          <a:srcRect t="108" b="108"/>
          <a:stretch/>
        </p:blipFill>
        <p:spPr/>
      </p:pic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7_TF89338750_Win32" id="{DB77E4B8-1988-4916-8992-9686BB489084}" vid="{D63567F5-8BDB-4D53-B6E5-AEBE4A4058A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Galaxy</Template>
  <TotalTime>61</TotalTime>
  <Words>277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Univers</vt:lpstr>
      <vt:lpstr>GradientUnivers</vt:lpstr>
      <vt:lpstr>Streamify</vt:lpstr>
      <vt:lpstr>Ordre du jour</vt:lpstr>
      <vt:lpstr>Objectifs initiaux</vt:lpstr>
      <vt:lpstr>Organisation </vt:lpstr>
      <vt:lpstr>Partage des tâches</vt:lpstr>
      <vt:lpstr>Arbre Git</vt:lpstr>
      <vt:lpstr>Parcours de développement </vt:lpstr>
      <vt:lpstr>Chronologie</vt:lpstr>
      <vt:lpstr>Apprentissages </vt:lpstr>
      <vt:lpstr>Quelques points …</vt:lpstr>
      <vt:lpstr>Merci!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Emile</dc:creator>
  <cp:lastModifiedBy>Emile</cp:lastModifiedBy>
  <cp:revision>1</cp:revision>
  <dcterms:created xsi:type="dcterms:W3CDTF">2024-12-20T03:18:44Z</dcterms:created>
  <dcterms:modified xsi:type="dcterms:W3CDTF">2024-12-20T04:20:06Z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